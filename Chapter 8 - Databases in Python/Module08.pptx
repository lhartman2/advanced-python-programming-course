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5"/>
  </p:sldMasterIdLst>
  <p:notesMasterIdLst>
    <p:notesMasterId r:id="rId42"/>
  </p:notesMasterIdLst>
  <p:sldIdLst>
    <p:sldId id="256" r:id="rId6"/>
    <p:sldId id="273" r:id="rId7"/>
    <p:sldId id="312" r:id="rId8"/>
    <p:sldId id="314" r:id="rId9"/>
    <p:sldId id="315" r:id="rId10"/>
    <p:sldId id="313" r:id="rId11"/>
    <p:sldId id="274" r:id="rId12"/>
    <p:sldId id="316" r:id="rId13"/>
    <p:sldId id="317" r:id="rId14"/>
    <p:sldId id="318" r:id="rId15"/>
    <p:sldId id="322" r:id="rId16"/>
    <p:sldId id="323" r:id="rId17"/>
    <p:sldId id="319" r:id="rId18"/>
    <p:sldId id="320" r:id="rId19"/>
    <p:sldId id="321" r:id="rId20"/>
    <p:sldId id="324" r:id="rId21"/>
    <p:sldId id="283" r:id="rId22"/>
    <p:sldId id="303" r:id="rId23"/>
    <p:sldId id="325" r:id="rId24"/>
    <p:sldId id="326" r:id="rId25"/>
    <p:sldId id="327" r:id="rId26"/>
    <p:sldId id="328" r:id="rId27"/>
    <p:sldId id="329" r:id="rId28"/>
    <p:sldId id="330" r:id="rId29"/>
    <p:sldId id="305" r:id="rId30"/>
    <p:sldId id="337" r:id="rId31"/>
    <p:sldId id="336" r:id="rId32"/>
    <p:sldId id="338" r:id="rId33"/>
    <p:sldId id="287" r:id="rId34"/>
    <p:sldId id="304" r:id="rId35"/>
    <p:sldId id="331" r:id="rId36"/>
    <p:sldId id="332" r:id="rId37"/>
    <p:sldId id="333" r:id="rId38"/>
    <p:sldId id="334" r:id="rId39"/>
    <p:sldId id="335" r:id="rId40"/>
    <p:sldId id="28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0065"/>
    <a:srgbClr val="A20000"/>
    <a:srgbClr val="490000"/>
    <a:srgbClr val="007CBD"/>
    <a:srgbClr val="00AEEF"/>
    <a:srgbClr val="009B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D73A62-51EA-41BC-99D4-DB18CAE89061}" v="28" dt="2026-01-27T15:46:11.1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79075" autoAdjust="0"/>
  </p:normalViewPr>
  <p:slideViewPr>
    <p:cSldViewPr snapToGrid="0">
      <p:cViewPr varScale="1">
        <p:scale>
          <a:sx n="87" d="100"/>
          <a:sy n="87" d="100"/>
        </p:scale>
        <p:origin x="708" y="9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tman, Lucas" userId="54df504d-6b26-4972-93dd-c21e09d4490b" providerId="ADAL" clId="{DA797BB2-F189-4808-BF03-EC6D040664BC}"/>
    <pc:docChg chg="undo redo custSel addSld delSld modSld sldOrd">
      <pc:chgData name="Hartman, Lucas" userId="54df504d-6b26-4972-93dd-c21e09d4490b" providerId="ADAL" clId="{DA797BB2-F189-4808-BF03-EC6D040664BC}" dt="2026-01-29T14:32:05.192" v="106117" actId="47"/>
      <pc:docMkLst>
        <pc:docMk/>
      </pc:docMkLst>
      <pc:sldChg chg="modSp mod">
        <pc:chgData name="Hartman, Lucas" userId="54df504d-6b26-4972-93dd-c21e09d4490b" providerId="ADAL" clId="{DA797BB2-F189-4808-BF03-EC6D040664BC}" dt="2026-01-14T17:46:42.290" v="81431" actId="20577"/>
        <pc:sldMkLst>
          <pc:docMk/>
          <pc:sldMk cId="2520530202" sldId="256"/>
        </pc:sldMkLst>
        <pc:spChg chg="mod">
          <ac:chgData name="Hartman, Lucas" userId="54df504d-6b26-4972-93dd-c21e09d4490b" providerId="ADAL" clId="{DA797BB2-F189-4808-BF03-EC6D040664BC}" dt="2026-01-14T17:46:42.290" v="81431" actId="20577"/>
          <ac:spMkLst>
            <pc:docMk/>
            <pc:sldMk cId="2520530202" sldId="256"/>
            <ac:spMk id="2" creationId="{589DB60D-668E-44FF-BA61-B56EE8830DC2}"/>
          </ac:spMkLst>
        </pc:spChg>
        <pc:spChg chg="mod">
          <ac:chgData name="Hartman, Lucas" userId="54df504d-6b26-4972-93dd-c21e09d4490b" providerId="ADAL" clId="{DA797BB2-F189-4808-BF03-EC6D040664BC}" dt="2026-01-14T17:46:41.132" v="81430" actId="20577"/>
          <ac:spMkLst>
            <pc:docMk/>
            <pc:sldMk cId="2520530202" sldId="256"/>
            <ac:spMk id="3" creationId="{4A182FC2-B1F9-4263-A786-D0159CDB7DB7}"/>
          </ac:spMkLst>
        </pc:spChg>
      </pc:sldChg>
      <pc:sldChg chg="modSp new mod">
        <pc:chgData name="Hartman, Lucas" userId="54df504d-6b26-4972-93dd-c21e09d4490b" providerId="ADAL" clId="{DA797BB2-F189-4808-BF03-EC6D040664BC}" dt="2026-01-14T17:46:51.722" v="81464" actId="20577"/>
        <pc:sldMkLst>
          <pc:docMk/>
          <pc:sldMk cId="3519035121" sldId="273"/>
        </pc:sldMkLst>
        <pc:spChg chg="mod">
          <ac:chgData name="Hartman, Lucas" userId="54df504d-6b26-4972-93dd-c21e09d4490b" providerId="ADAL" clId="{DA797BB2-F189-4808-BF03-EC6D040664BC}" dt="2026-01-14T17:46:51.722" v="81464" actId="20577"/>
          <ac:spMkLst>
            <pc:docMk/>
            <pc:sldMk cId="3519035121" sldId="273"/>
            <ac:spMk id="2" creationId="{61E5E9E9-3195-BEFF-D428-A3A399103075}"/>
          </ac:spMkLst>
        </pc:spChg>
      </pc:sldChg>
      <pc:sldChg chg="modSp new mod">
        <pc:chgData name="Hartman, Lucas" userId="54df504d-6b26-4972-93dd-c21e09d4490b" providerId="ADAL" clId="{DA797BB2-F189-4808-BF03-EC6D040664BC}" dt="2026-01-14T17:48:23.139" v="81580" actId="20577"/>
        <pc:sldMkLst>
          <pc:docMk/>
          <pc:sldMk cId="201914323" sldId="274"/>
        </pc:sldMkLst>
        <pc:spChg chg="mod">
          <ac:chgData name="Hartman, Lucas" userId="54df504d-6b26-4972-93dd-c21e09d4490b" providerId="ADAL" clId="{DA797BB2-F189-4808-BF03-EC6D040664BC}" dt="2026-01-14T17:48:23.139" v="81580" actId="20577"/>
          <ac:spMkLst>
            <pc:docMk/>
            <pc:sldMk cId="201914323" sldId="274"/>
            <ac:spMk id="2" creationId="{1806ED37-24D1-A852-70EB-61254BCA5EFA}"/>
          </ac:spMkLst>
        </pc:spChg>
        <pc:spChg chg="mod">
          <ac:chgData name="Hartman, Lucas" userId="54df504d-6b26-4972-93dd-c21e09d4490b" providerId="ADAL" clId="{DA797BB2-F189-4808-BF03-EC6D040664BC}" dt="2026-01-07T20:25:38.396" v="64555" actId="20577"/>
          <ac:spMkLst>
            <pc:docMk/>
            <pc:sldMk cId="201914323" sldId="274"/>
            <ac:spMk id="3" creationId="{CB1724E3-182B-4372-ADF3-547661043975}"/>
          </ac:spMkLst>
        </pc:spChg>
      </pc:sldChg>
      <pc:sldChg chg="modSp new mod ord">
        <pc:chgData name="Hartman, Lucas" userId="54df504d-6b26-4972-93dd-c21e09d4490b" providerId="ADAL" clId="{DA797BB2-F189-4808-BF03-EC6D040664BC}" dt="2026-01-26T14:48:32.684" v="105542" actId="20577"/>
        <pc:sldMkLst>
          <pc:docMk/>
          <pc:sldMk cId="3749584655" sldId="283"/>
        </pc:sldMkLst>
        <pc:spChg chg="mod">
          <ac:chgData name="Hartman, Lucas" userId="54df504d-6b26-4972-93dd-c21e09d4490b" providerId="ADAL" clId="{DA797BB2-F189-4808-BF03-EC6D040664BC}" dt="2026-01-14T17:47:06.139" v="81505" actId="20577"/>
          <ac:spMkLst>
            <pc:docMk/>
            <pc:sldMk cId="3749584655" sldId="283"/>
            <ac:spMk id="2" creationId="{0C8A1F71-507C-7324-4080-2854C6A4FEC2}"/>
          </ac:spMkLst>
        </pc:spChg>
        <pc:spChg chg="mod">
          <ac:chgData name="Hartman, Lucas" userId="54df504d-6b26-4972-93dd-c21e09d4490b" providerId="ADAL" clId="{DA797BB2-F189-4808-BF03-EC6D040664BC}" dt="2026-01-26T14:48:32.684" v="105542" actId="20577"/>
          <ac:spMkLst>
            <pc:docMk/>
            <pc:sldMk cId="3749584655" sldId="283"/>
            <ac:spMk id="3" creationId="{2996F372-779C-B7BE-AE55-17CD1D6CD4D5}"/>
          </ac:spMkLst>
        </pc:spChg>
      </pc:sldChg>
      <pc:sldChg chg="addSp delSp modSp new mod modClrScheme chgLayout">
        <pc:chgData name="Hartman, Lucas" userId="54df504d-6b26-4972-93dd-c21e09d4490b" providerId="ADAL" clId="{DA797BB2-F189-4808-BF03-EC6D040664BC}" dt="2026-01-27T21:52:36.934" v="106085" actId="20577"/>
        <pc:sldMkLst>
          <pc:docMk/>
          <pc:sldMk cId="4114474481" sldId="286"/>
        </pc:sldMkLst>
        <pc:spChg chg="add mod ord">
          <ac:chgData name="Hartman, Lucas" userId="54df504d-6b26-4972-93dd-c21e09d4490b" providerId="ADAL" clId="{DA797BB2-F189-4808-BF03-EC6D040664BC}" dt="2026-01-14T17:50:51.867" v="81905" actId="700"/>
          <ac:spMkLst>
            <pc:docMk/>
            <pc:sldMk cId="4114474481" sldId="286"/>
            <ac:spMk id="4" creationId="{37D8AC5F-33FF-0263-4AA0-6BEBE79B0CA5}"/>
          </ac:spMkLst>
        </pc:spChg>
        <pc:spChg chg="add mod ord">
          <ac:chgData name="Hartman, Lucas" userId="54df504d-6b26-4972-93dd-c21e09d4490b" providerId="ADAL" clId="{DA797BB2-F189-4808-BF03-EC6D040664BC}" dt="2026-01-27T21:52:36.934" v="106085" actId="20577"/>
          <ac:spMkLst>
            <pc:docMk/>
            <pc:sldMk cId="4114474481" sldId="286"/>
            <ac:spMk id="5" creationId="{630E18DA-F953-08C7-F2C5-06D424CA55EF}"/>
          </ac:spMkLst>
        </pc:spChg>
      </pc:sldChg>
      <pc:sldChg chg="delSp modSp new mod ord modClrScheme chgLayout">
        <pc:chgData name="Hartman, Lucas" userId="54df504d-6b26-4972-93dd-c21e09d4490b" providerId="ADAL" clId="{DA797BB2-F189-4808-BF03-EC6D040664BC}" dt="2026-01-27T15:46:42.753" v="105825" actId="20577"/>
        <pc:sldMkLst>
          <pc:docMk/>
          <pc:sldMk cId="1172748093" sldId="287"/>
        </pc:sldMkLst>
        <pc:spChg chg="mod ord">
          <ac:chgData name="Hartman, Lucas" userId="54df504d-6b26-4972-93dd-c21e09d4490b" providerId="ADAL" clId="{DA797BB2-F189-4808-BF03-EC6D040664BC}" dt="2026-01-14T17:52:28.152" v="82123" actId="700"/>
          <ac:spMkLst>
            <pc:docMk/>
            <pc:sldMk cId="1172748093" sldId="287"/>
            <ac:spMk id="2" creationId="{DA8C7EDF-CBFF-53F2-245F-26E6A4D379DA}"/>
          </ac:spMkLst>
        </pc:spChg>
        <pc:spChg chg="mod ord">
          <ac:chgData name="Hartman, Lucas" userId="54df504d-6b26-4972-93dd-c21e09d4490b" providerId="ADAL" clId="{DA797BB2-F189-4808-BF03-EC6D040664BC}" dt="2026-01-27T15:46:42.753" v="105825" actId="20577"/>
          <ac:spMkLst>
            <pc:docMk/>
            <pc:sldMk cId="1172748093" sldId="287"/>
            <ac:spMk id="3" creationId="{C1134D89-A1A5-969E-5572-97770349AD55}"/>
          </ac:spMkLst>
        </pc:spChg>
      </pc:sldChg>
      <pc:sldChg chg="modSp new mod">
        <pc:chgData name="Hartman, Lucas" userId="54df504d-6b26-4972-93dd-c21e09d4490b" providerId="ADAL" clId="{DA797BB2-F189-4808-BF03-EC6D040664BC}" dt="2026-01-14T17:49:42.251" v="81707" actId="20577"/>
        <pc:sldMkLst>
          <pc:docMk/>
          <pc:sldMk cId="2233817530" sldId="303"/>
        </pc:sldMkLst>
        <pc:spChg chg="mod">
          <ac:chgData name="Hartman, Lucas" userId="54df504d-6b26-4972-93dd-c21e09d4490b" providerId="ADAL" clId="{DA797BB2-F189-4808-BF03-EC6D040664BC}" dt="2026-01-14T17:49:38.604" v="81698" actId="20577"/>
          <ac:spMkLst>
            <pc:docMk/>
            <pc:sldMk cId="2233817530" sldId="303"/>
            <ac:spMk id="2" creationId="{0CE3DA44-6D2E-6CA3-03C6-EC331AB890D3}"/>
          </ac:spMkLst>
        </pc:spChg>
        <pc:spChg chg="mod">
          <ac:chgData name="Hartman, Lucas" userId="54df504d-6b26-4972-93dd-c21e09d4490b" providerId="ADAL" clId="{DA797BB2-F189-4808-BF03-EC6D040664BC}" dt="2026-01-14T17:49:42.251" v="81707" actId="20577"/>
          <ac:spMkLst>
            <pc:docMk/>
            <pc:sldMk cId="2233817530" sldId="303"/>
            <ac:spMk id="3" creationId="{55780A65-196E-03B7-F58C-FFAECE692D30}"/>
          </ac:spMkLst>
        </pc:spChg>
      </pc:sldChg>
      <pc:sldChg chg="modSp new mod">
        <pc:chgData name="Hartman, Lucas" userId="54df504d-6b26-4972-93dd-c21e09d4490b" providerId="ADAL" clId="{DA797BB2-F189-4808-BF03-EC6D040664BC}" dt="2026-01-14T17:50:39.642" v="81870" actId="20577"/>
        <pc:sldMkLst>
          <pc:docMk/>
          <pc:sldMk cId="4081211921" sldId="304"/>
        </pc:sldMkLst>
        <pc:spChg chg="mod">
          <ac:chgData name="Hartman, Lucas" userId="54df504d-6b26-4972-93dd-c21e09d4490b" providerId="ADAL" clId="{DA797BB2-F189-4808-BF03-EC6D040664BC}" dt="2026-01-14T17:50:36.669" v="81861" actId="20577"/>
          <ac:spMkLst>
            <pc:docMk/>
            <pc:sldMk cId="4081211921" sldId="304"/>
            <ac:spMk id="2" creationId="{6FF4C0EC-9E15-CCCD-34EC-7617E31398C9}"/>
          </ac:spMkLst>
        </pc:spChg>
        <pc:spChg chg="mod">
          <ac:chgData name="Hartman, Lucas" userId="54df504d-6b26-4972-93dd-c21e09d4490b" providerId="ADAL" clId="{DA797BB2-F189-4808-BF03-EC6D040664BC}" dt="2026-01-14T17:50:39.642" v="81870" actId="20577"/>
          <ac:spMkLst>
            <pc:docMk/>
            <pc:sldMk cId="4081211921" sldId="304"/>
            <ac:spMk id="3" creationId="{D7BC8D4B-C19D-CB3B-B9D0-AA8B05C9BBD9}"/>
          </ac:spMkLst>
        </pc:spChg>
      </pc:sldChg>
      <pc:sldChg chg="modSp new mod ord">
        <pc:chgData name="Hartman, Lucas" userId="54df504d-6b26-4972-93dd-c21e09d4490b" providerId="ADAL" clId="{DA797BB2-F189-4808-BF03-EC6D040664BC}" dt="2026-01-27T14:54:12.811" v="105544"/>
        <pc:sldMkLst>
          <pc:docMk/>
          <pc:sldMk cId="3446303032" sldId="305"/>
        </pc:sldMkLst>
        <pc:spChg chg="mod">
          <ac:chgData name="Hartman, Lucas" userId="54df504d-6b26-4972-93dd-c21e09d4490b" providerId="ADAL" clId="{DA797BB2-F189-4808-BF03-EC6D040664BC}" dt="2026-01-14T17:51:38.323" v="82023" actId="20577"/>
          <ac:spMkLst>
            <pc:docMk/>
            <pc:sldMk cId="3446303032" sldId="305"/>
            <ac:spMk id="2" creationId="{8F4179EA-A283-D291-9859-C0807E8708BE}"/>
          </ac:spMkLst>
        </pc:spChg>
        <pc:spChg chg="mod">
          <ac:chgData name="Hartman, Lucas" userId="54df504d-6b26-4972-93dd-c21e09d4490b" providerId="ADAL" clId="{DA797BB2-F189-4808-BF03-EC6D040664BC}" dt="2026-01-14T17:51:40.914" v="82032" actId="20577"/>
          <ac:spMkLst>
            <pc:docMk/>
            <pc:sldMk cId="3446303032" sldId="305"/>
            <ac:spMk id="3" creationId="{1E6A8C25-A57F-FB0D-22E6-E89EE5665A17}"/>
          </ac:spMkLst>
        </pc:spChg>
      </pc:sldChg>
      <pc:sldChg chg="modSp new del mod">
        <pc:chgData name="Hartman, Lucas" userId="54df504d-6b26-4972-93dd-c21e09d4490b" providerId="ADAL" clId="{DA797BB2-F189-4808-BF03-EC6D040664BC}" dt="2026-01-29T14:32:05.192" v="106117" actId="47"/>
        <pc:sldMkLst>
          <pc:docMk/>
          <pc:sldMk cId="3727835074" sldId="306"/>
        </pc:sldMkLst>
      </pc:sldChg>
      <pc:sldChg chg="modSp new del mod">
        <pc:chgData name="Hartman, Lucas" userId="54df504d-6b26-4972-93dd-c21e09d4490b" providerId="ADAL" clId="{DA797BB2-F189-4808-BF03-EC6D040664BC}" dt="2026-01-29T14:32:05.192" v="106117" actId="47"/>
        <pc:sldMkLst>
          <pc:docMk/>
          <pc:sldMk cId="439203133" sldId="308"/>
        </pc:sldMkLst>
      </pc:sldChg>
      <pc:sldChg chg="modSp new del mod">
        <pc:chgData name="Hartman, Lucas" userId="54df504d-6b26-4972-93dd-c21e09d4490b" providerId="ADAL" clId="{DA797BB2-F189-4808-BF03-EC6D040664BC}" dt="2026-01-29T14:32:05.192" v="106117" actId="47"/>
        <pc:sldMkLst>
          <pc:docMk/>
          <pc:sldMk cId="2099995440" sldId="309"/>
        </pc:sldMkLst>
      </pc:sldChg>
      <pc:sldChg chg="modSp new mod">
        <pc:chgData name="Hartman, Lucas" userId="54df504d-6b26-4972-93dd-c21e09d4490b" providerId="ADAL" clId="{DA797BB2-F189-4808-BF03-EC6D040664BC}" dt="2026-01-15T20:18:55.197" v="83327" actId="20577"/>
        <pc:sldMkLst>
          <pc:docMk/>
          <pc:sldMk cId="4088063980" sldId="312"/>
        </pc:sldMkLst>
        <pc:spChg chg="mod">
          <ac:chgData name="Hartman, Lucas" userId="54df504d-6b26-4972-93dd-c21e09d4490b" providerId="ADAL" clId="{DA797BB2-F189-4808-BF03-EC6D040664BC}" dt="2026-01-15T20:14:34.787" v="82587" actId="20577"/>
          <ac:spMkLst>
            <pc:docMk/>
            <pc:sldMk cId="4088063980" sldId="312"/>
            <ac:spMk id="2" creationId="{E867F2BC-2BED-8E5F-BEEF-D80E910011CB}"/>
          </ac:spMkLst>
        </pc:spChg>
        <pc:spChg chg="mod">
          <ac:chgData name="Hartman, Lucas" userId="54df504d-6b26-4972-93dd-c21e09d4490b" providerId="ADAL" clId="{DA797BB2-F189-4808-BF03-EC6D040664BC}" dt="2026-01-15T20:18:55.197" v="83327" actId="20577"/>
          <ac:spMkLst>
            <pc:docMk/>
            <pc:sldMk cId="4088063980" sldId="312"/>
            <ac:spMk id="3" creationId="{C5CFDF5C-8843-4CDB-4BF7-20BC51F5C6D6}"/>
          </ac:spMkLst>
        </pc:spChg>
      </pc:sldChg>
      <pc:sldChg chg="modSp new mod">
        <pc:chgData name="Hartman, Lucas" userId="54df504d-6b26-4972-93dd-c21e09d4490b" providerId="ADAL" clId="{DA797BB2-F189-4808-BF03-EC6D040664BC}" dt="2026-01-15T20:28:06.520" v="85800" actId="20577"/>
        <pc:sldMkLst>
          <pc:docMk/>
          <pc:sldMk cId="3237829775" sldId="313"/>
        </pc:sldMkLst>
        <pc:spChg chg="mod">
          <ac:chgData name="Hartman, Lucas" userId="54df504d-6b26-4972-93dd-c21e09d4490b" providerId="ADAL" clId="{DA797BB2-F189-4808-BF03-EC6D040664BC}" dt="2026-01-15T20:14:24.023" v="82557" actId="20577"/>
          <ac:spMkLst>
            <pc:docMk/>
            <pc:sldMk cId="3237829775" sldId="313"/>
            <ac:spMk id="2" creationId="{9430BAE1-FA67-F002-5190-F914CC5118E1}"/>
          </ac:spMkLst>
        </pc:spChg>
        <pc:spChg chg="mod">
          <ac:chgData name="Hartman, Lucas" userId="54df504d-6b26-4972-93dd-c21e09d4490b" providerId="ADAL" clId="{DA797BB2-F189-4808-BF03-EC6D040664BC}" dt="2026-01-15T20:28:06.520" v="85800" actId="20577"/>
          <ac:spMkLst>
            <pc:docMk/>
            <pc:sldMk cId="3237829775" sldId="313"/>
            <ac:spMk id="3" creationId="{324B8B85-34F9-AFDF-6A3B-E07B027239B4}"/>
          </ac:spMkLst>
        </pc:spChg>
      </pc:sldChg>
      <pc:sldChg chg="modSp new mod">
        <pc:chgData name="Hartman, Lucas" userId="54df504d-6b26-4972-93dd-c21e09d4490b" providerId="ADAL" clId="{DA797BB2-F189-4808-BF03-EC6D040664BC}" dt="2026-01-15T20:21:15.007" v="83869" actId="20577"/>
        <pc:sldMkLst>
          <pc:docMk/>
          <pc:sldMk cId="64672493" sldId="314"/>
        </pc:sldMkLst>
        <pc:spChg chg="mod">
          <ac:chgData name="Hartman, Lucas" userId="54df504d-6b26-4972-93dd-c21e09d4490b" providerId="ADAL" clId="{DA797BB2-F189-4808-BF03-EC6D040664BC}" dt="2026-01-15T20:21:15.007" v="83869" actId="20577"/>
          <ac:spMkLst>
            <pc:docMk/>
            <pc:sldMk cId="64672493" sldId="314"/>
            <ac:spMk id="2" creationId="{85734B13-3247-77A7-AEDB-0C5CDF59E729}"/>
          </ac:spMkLst>
        </pc:spChg>
        <pc:spChg chg="mod">
          <ac:chgData name="Hartman, Lucas" userId="54df504d-6b26-4972-93dd-c21e09d4490b" providerId="ADAL" clId="{DA797BB2-F189-4808-BF03-EC6D040664BC}" dt="2026-01-15T20:20:56.025" v="83861" actId="20577"/>
          <ac:spMkLst>
            <pc:docMk/>
            <pc:sldMk cId="64672493" sldId="314"/>
            <ac:spMk id="3" creationId="{3D8C101C-5B20-85E6-CD68-E66792D52534}"/>
          </ac:spMkLst>
        </pc:spChg>
      </pc:sldChg>
      <pc:sldChg chg="modSp new mod">
        <pc:chgData name="Hartman, Lucas" userId="54df504d-6b26-4972-93dd-c21e09d4490b" providerId="ADAL" clId="{DA797BB2-F189-4808-BF03-EC6D040664BC}" dt="2026-01-15T20:25:15.887" v="85061" actId="20577"/>
        <pc:sldMkLst>
          <pc:docMk/>
          <pc:sldMk cId="317270205" sldId="315"/>
        </pc:sldMkLst>
        <pc:spChg chg="mod">
          <ac:chgData name="Hartman, Lucas" userId="54df504d-6b26-4972-93dd-c21e09d4490b" providerId="ADAL" clId="{DA797BB2-F189-4808-BF03-EC6D040664BC}" dt="2026-01-15T20:21:28.883" v="83924" actId="20577"/>
          <ac:spMkLst>
            <pc:docMk/>
            <pc:sldMk cId="317270205" sldId="315"/>
            <ac:spMk id="2" creationId="{5F730FD5-C7DA-6D22-3980-5CF80064B75F}"/>
          </ac:spMkLst>
        </pc:spChg>
        <pc:spChg chg="mod">
          <ac:chgData name="Hartman, Lucas" userId="54df504d-6b26-4972-93dd-c21e09d4490b" providerId="ADAL" clId="{DA797BB2-F189-4808-BF03-EC6D040664BC}" dt="2026-01-15T20:25:15.887" v="85061" actId="20577"/>
          <ac:spMkLst>
            <pc:docMk/>
            <pc:sldMk cId="317270205" sldId="315"/>
            <ac:spMk id="3" creationId="{9B634337-8109-74E3-7C71-33AEC35581AA}"/>
          </ac:spMkLst>
        </pc:spChg>
      </pc:sldChg>
      <pc:sldChg chg="modSp new mod">
        <pc:chgData name="Hartman, Lucas" userId="54df504d-6b26-4972-93dd-c21e09d4490b" providerId="ADAL" clId="{DA797BB2-F189-4808-BF03-EC6D040664BC}" dt="2026-01-15T20:29:46.205" v="86192" actId="20577"/>
        <pc:sldMkLst>
          <pc:docMk/>
          <pc:sldMk cId="3142488384" sldId="316"/>
        </pc:sldMkLst>
        <pc:spChg chg="mod">
          <ac:chgData name="Hartman, Lucas" userId="54df504d-6b26-4972-93dd-c21e09d4490b" providerId="ADAL" clId="{DA797BB2-F189-4808-BF03-EC6D040664BC}" dt="2026-01-15T20:28:30.431" v="85813" actId="20577"/>
          <ac:spMkLst>
            <pc:docMk/>
            <pc:sldMk cId="3142488384" sldId="316"/>
            <ac:spMk id="2" creationId="{9693DE7A-64EE-B263-F3CD-BB26D5CC6C0A}"/>
          </ac:spMkLst>
        </pc:spChg>
        <pc:spChg chg="mod">
          <ac:chgData name="Hartman, Lucas" userId="54df504d-6b26-4972-93dd-c21e09d4490b" providerId="ADAL" clId="{DA797BB2-F189-4808-BF03-EC6D040664BC}" dt="2026-01-15T20:29:46.205" v="86192" actId="20577"/>
          <ac:spMkLst>
            <pc:docMk/>
            <pc:sldMk cId="3142488384" sldId="316"/>
            <ac:spMk id="3" creationId="{8B521A7B-789B-0293-ECAA-9CAF600A7EF3}"/>
          </ac:spMkLst>
        </pc:spChg>
      </pc:sldChg>
      <pc:sldChg chg="addSp modSp new mod modClrScheme chgLayout">
        <pc:chgData name="Hartman, Lucas" userId="54df504d-6b26-4972-93dd-c21e09d4490b" providerId="ADAL" clId="{DA797BB2-F189-4808-BF03-EC6D040664BC}" dt="2026-01-21T20:38:46.482" v="105424" actId="20577"/>
        <pc:sldMkLst>
          <pc:docMk/>
          <pc:sldMk cId="3861578690" sldId="317"/>
        </pc:sldMkLst>
        <pc:spChg chg="mod ord">
          <ac:chgData name="Hartman, Lucas" userId="54df504d-6b26-4972-93dd-c21e09d4490b" providerId="ADAL" clId="{DA797BB2-F189-4808-BF03-EC6D040664BC}" dt="2026-01-15T20:34:06.422" v="87006" actId="700"/>
          <ac:spMkLst>
            <pc:docMk/>
            <pc:sldMk cId="3861578690" sldId="317"/>
            <ac:spMk id="2" creationId="{6C134E42-4D5B-0929-4D72-A8730456C962}"/>
          </ac:spMkLst>
        </pc:spChg>
        <pc:spChg chg="mod ord">
          <ac:chgData name="Hartman, Lucas" userId="54df504d-6b26-4972-93dd-c21e09d4490b" providerId="ADAL" clId="{DA797BB2-F189-4808-BF03-EC6D040664BC}" dt="2026-01-21T20:38:46.482" v="105424" actId="20577"/>
          <ac:spMkLst>
            <pc:docMk/>
            <pc:sldMk cId="3861578690" sldId="317"/>
            <ac:spMk id="3" creationId="{F175FC2C-C2ED-330A-BF64-3985C9CF29AD}"/>
          </ac:spMkLst>
        </pc:spChg>
        <pc:spChg chg="add mod ord">
          <ac:chgData name="Hartman, Lucas" userId="54df504d-6b26-4972-93dd-c21e09d4490b" providerId="ADAL" clId="{DA797BB2-F189-4808-BF03-EC6D040664BC}" dt="2026-01-15T20:35:20" v="87033" actId="1076"/>
          <ac:spMkLst>
            <pc:docMk/>
            <pc:sldMk cId="3861578690" sldId="317"/>
            <ac:spMk id="4" creationId="{A07D064F-7CE4-F70F-DE18-5AEF7565E525}"/>
          </ac:spMkLst>
        </pc:spChg>
      </pc:sldChg>
      <pc:sldChg chg="addSp modSp new mod ord modClrScheme chgLayout">
        <pc:chgData name="Hartman, Lucas" userId="54df504d-6b26-4972-93dd-c21e09d4490b" providerId="ADAL" clId="{DA797BB2-F189-4808-BF03-EC6D040664BC}" dt="2026-01-15T20:52:51.388" v="88535" actId="2711"/>
        <pc:sldMkLst>
          <pc:docMk/>
          <pc:sldMk cId="2385945354" sldId="318"/>
        </pc:sldMkLst>
        <pc:spChg chg="mod ord">
          <ac:chgData name="Hartman, Lucas" userId="54df504d-6b26-4972-93dd-c21e09d4490b" providerId="ADAL" clId="{DA797BB2-F189-4808-BF03-EC6D040664BC}" dt="2026-01-15T20:38:09.012" v="87578" actId="700"/>
          <ac:spMkLst>
            <pc:docMk/>
            <pc:sldMk cId="2385945354" sldId="318"/>
            <ac:spMk id="2" creationId="{14751A87-5B34-5E36-4B5B-BD431BFF34A6}"/>
          </ac:spMkLst>
        </pc:spChg>
        <pc:spChg chg="mod ord">
          <ac:chgData name="Hartman, Lucas" userId="54df504d-6b26-4972-93dd-c21e09d4490b" providerId="ADAL" clId="{DA797BB2-F189-4808-BF03-EC6D040664BC}" dt="2026-01-15T20:52:51.388" v="88535" actId="2711"/>
          <ac:spMkLst>
            <pc:docMk/>
            <pc:sldMk cId="2385945354" sldId="318"/>
            <ac:spMk id="3" creationId="{17204D92-A7E7-F828-3FB6-5A2A4071D464}"/>
          </ac:spMkLst>
        </pc:spChg>
        <pc:spChg chg="add mod ord">
          <ac:chgData name="Hartman, Lucas" userId="54df504d-6b26-4972-93dd-c21e09d4490b" providerId="ADAL" clId="{DA797BB2-F189-4808-BF03-EC6D040664BC}" dt="2026-01-15T20:42:44.912" v="87702" actId="20577"/>
          <ac:spMkLst>
            <pc:docMk/>
            <pc:sldMk cId="2385945354" sldId="318"/>
            <ac:spMk id="4" creationId="{DC67E688-2C6B-6257-A518-F1BEFDF4DAD9}"/>
          </ac:spMkLst>
        </pc:spChg>
        <pc:picChg chg="add mod">
          <ac:chgData name="Hartman, Lucas" userId="54df504d-6b26-4972-93dd-c21e09d4490b" providerId="ADAL" clId="{DA797BB2-F189-4808-BF03-EC6D040664BC}" dt="2026-01-15T20:42:51.226" v="87705" actId="14100"/>
          <ac:picMkLst>
            <pc:docMk/>
            <pc:sldMk cId="2385945354" sldId="318"/>
            <ac:picMk id="5" creationId="{7E270C70-6C9D-2DCE-0FC4-06705BFAC80E}"/>
          </ac:picMkLst>
        </pc:picChg>
        <pc:picChg chg="add mod">
          <ac:chgData name="Hartman, Lucas" userId="54df504d-6b26-4972-93dd-c21e09d4490b" providerId="ADAL" clId="{DA797BB2-F189-4808-BF03-EC6D040664BC}" dt="2026-01-15T20:42:55.480" v="87708" actId="1076"/>
          <ac:picMkLst>
            <pc:docMk/>
            <pc:sldMk cId="2385945354" sldId="318"/>
            <ac:picMk id="6" creationId="{EFA197C5-D854-F736-967C-422A4040F22E}"/>
          </ac:picMkLst>
        </pc:picChg>
        <pc:picChg chg="add mod">
          <ac:chgData name="Hartman, Lucas" userId="54df504d-6b26-4972-93dd-c21e09d4490b" providerId="ADAL" clId="{DA797BB2-F189-4808-BF03-EC6D040664BC}" dt="2026-01-15T20:42:59.889" v="87710" actId="1076"/>
          <ac:picMkLst>
            <pc:docMk/>
            <pc:sldMk cId="2385945354" sldId="318"/>
            <ac:picMk id="7" creationId="{18B36AF3-1363-2238-042B-27FE2BB230DB}"/>
          </ac:picMkLst>
        </pc:picChg>
      </pc:sldChg>
      <pc:sldChg chg="addSp delSp modSp new mod modClrScheme chgLayout">
        <pc:chgData name="Hartman, Lucas" userId="54df504d-6b26-4972-93dd-c21e09d4490b" providerId="ADAL" clId="{DA797BB2-F189-4808-BF03-EC6D040664BC}" dt="2026-01-15T20:53:40.782" v="88544" actId="2711"/>
        <pc:sldMkLst>
          <pc:docMk/>
          <pc:sldMk cId="1687701416" sldId="319"/>
        </pc:sldMkLst>
        <pc:spChg chg="mod ord">
          <ac:chgData name="Hartman, Lucas" userId="54df504d-6b26-4972-93dd-c21e09d4490b" providerId="ADAL" clId="{DA797BB2-F189-4808-BF03-EC6D040664BC}" dt="2026-01-15T20:50:18.429" v="88116" actId="700"/>
          <ac:spMkLst>
            <pc:docMk/>
            <pc:sldMk cId="1687701416" sldId="319"/>
            <ac:spMk id="2" creationId="{5554489C-1522-DAB5-180D-C125E377F4D0}"/>
          </ac:spMkLst>
        </pc:spChg>
        <pc:spChg chg="add mod ord">
          <ac:chgData name="Hartman, Lucas" userId="54df504d-6b26-4972-93dd-c21e09d4490b" providerId="ADAL" clId="{DA797BB2-F189-4808-BF03-EC6D040664BC}" dt="2026-01-15T20:53:40.782" v="88544" actId="2711"/>
          <ac:spMkLst>
            <pc:docMk/>
            <pc:sldMk cId="1687701416" sldId="319"/>
            <ac:spMk id="4" creationId="{9D9C692F-8803-B6CE-2879-88B7EBD6CF35}"/>
          </ac:spMkLst>
        </pc:spChg>
        <pc:spChg chg="add mod ord">
          <ac:chgData name="Hartman, Lucas" userId="54df504d-6b26-4972-93dd-c21e09d4490b" providerId="ADAL" clId="{DA797BB2-F189-4808-BF03-EC6D040664BC}" dt="2026-01-15T20:51:56.992" v="88412" actId="20577"/>
          <ac:spMkLst>
            <pc:docMk/>
            <pc:sldMk cId="1687701416" sldId="319"/>
            <ac:spMk id="5" creationId="{89AD5C66-B599-6659-6A90-9CBD0B6658D9}"/>
          </ac:spMkLst>
        </pc:spChg>
      </pc:sldChg>
      <pc:sldChg chg="addSp delSp modSp new mod modClrScheme chgLayout">
        <pc:chgData name="Hartman, Lucas" userId="54df504d-6b26-4972-93dd-c21e09d4490b" providerId="ADAL" clId="{DA797BB2-F189-4808-BF03-EC6D040664BC}" dt="2026-01-15T21:02:42.943" v="89453" actId="2711"/>
        <pc:sldMkLst>
          <pc:docMk/>
          <pc:sldMk cId="3032425405" sldId="320"/>
        </pc:sldMkLst>
        <pc:spChg chg="mod ord">
          <ac:chgData name="Hartman, Lucas" userId="54df504d-6b26-4972-93dd-c21e09d4490b" providerId="ADAL" clId="{DA797BB2-F189-4808-BF03-EC6D040664BC}" dt="2026-01-15T20:53:48.965" v="88545" actId="700"/>
          <ac:spMkLst>
            <pc:docMk/>
            <pc:sldMk cId="3032425405" sldId="320"/>
            <ac:spMk id="2" creationId="{9F3ECE52-78AB-FFC7-A34F-2E114D1CCC51}"/>
          </ac:spMkLst>
        </pc:spChg>
        <pc:spChg chg="add mod ord">
          <ac:chgData name="Hartman, Lucas" userId="54df504d-6b26-4972-93dd-c21e09d4490b" providerId="ADAL" clId="{DA797BB2-F189-4808-BF03-EC6D040664BC}" dt="2026-01-15T21:02:42.943" v="89453" actId="2711"/>
          <ac:spMkLst>
            <pc:docMk/>
            <pc:sldMk cId="3032425405" sldId="320"/>
            <ac:spMk id="4" creationId="{94F0C410-1CBF-0D50-D117-128CA9BC797C}"/>
          </ac:spMkLst>
        </pc:spChg>
        <pc:spChg chg="add mod ord">
          <ac:chgData name="Hartman, Lucas" userId="54df504d-6b26-4972-93dd-c21e09d4490b" providerId="ADAL" clId="{DA797BB2-F189-4808-BF03-EC6D040664BC}" dt="2026-01-15T21:01:17.033" v="89450" actId="20577"/>
          <ac:spMkLst>
            <pc:docMk/>
            <pc:sldMk cId="3032425405" sldId="320"/>
            <ac:spMk id="5" creationId="{B4B69436-854B-03FF-AB13-A4CE97098DAA}"/>
          </ac:spMkLst>
        </pc:spChg>
      </pc:sldChg>
      <pc:sldChg chg="addSp delSp modSp new mod modClrScheme chgLayout">
        <pc:chgData name="Hartman, Lucas" userId="54df504d-6b26-4972-93dd-c21e09d4490b" providerId="ADAL" clId="{DA797BB2-F189-4808-BF03-EC6D040664BC}" dt="2026-01-15T21:11:55.999" v="91564" actId="20577"/>
        <pc:sldMkLst>
          <pc:docMk/>
          <pc:sldMk cId="4245661859" sldId="321"/>
        </pc:sldMkLst>
        <pc:spChg chg="mod ord">
          <ac:chgData name="Hartman, Lucas" userId="54df504d-6b26-4972-93dd-c21e09d4490b" providerId="ADAL" clId="{DA797BB2-F189-4808-BF03-EC6D040664BC}" dt="2026-01-15T21:02:58.774" v="89454" actId="700"/>
          <ac:spMkLst>
            <pc:docMk/>
            <pc:sldMk cId="4245661859" sldId="321"/>
            <ac:spMk id="2" creationId="{B32C9A9A-8DF7-6EA7-E4C6-4F6938B3D039}"/>
          </ac:spMkLst>
        </pc:spChg>
        <pc:spChg chg="add mod ord">
          <ac:chgData name="Hartman, Lucas" userId="54df504d-6b26-4972-93dd-c21e09d4490b" providerId="ADAL" clId="{DA797BB2-F189-4808-BF03-EC6D040664BC}" dt="2026-01-15T21:11:55.999" v="91564" actId="20577"/>
          <ac:spMkLst>
            <pc:docMk/>
            <pc:sldMk cId="4245661859" sldId="321"/>
            <ac:spMk id="4" creationId="{9E8D309A-BEC9-783C-6609-D54229A575FB}"/>
          </ac:spMkLst>
        </pc:spChg>
        <pc:spChg chg="add mod ord">
          <ac:chgData name="Hartman, Lucas" userId="54df504d-6b26-4972-93dd-c21e09d4490b" providerId="ADAL" clId="{DA797BB2-F189-4808-BF03-EC6D040664BC}" dt="2026-01-15T21:11:45.883" v="91529" actId="139"/>
          <ac:spMkLst>
            <pc:docMk/>
            <pc:sldMk cId="4245661859" sldId="321"/>
            <ac:spMk id="5" creationId="{CAEC4FE1-0251-F74D-E296-C50735984922}"/>
          </ac:spMkLst>
        </pc:spChg>
      </pc:sldChg>
      <pc:sldChg chg="addSp modSp new mod ord modClrScheme chgLayout">
        <pc:chgData name="Hartman, Lucas" userId="54df504d-6b26-4972-93dd-c21e09d4490b" providerId="ADAL" clId="{DA797BB2-F189-4808-BF03-EC6D040664BC}" dt="2026-01-15T20:53:18.641" v="88541" actId="2711"/>
        <pc:sldMkLst>
          <pc:docMk/>
          <pc:sldMk cId="3796591539" sldId="322"/>
        </pc:sldMkLst>
        <pc:spChg chg="mod ord">
          <ac:chgData name="Hartman, Lucas" userId="54df504d-6b26-4972-93dd-c21e09d4490b" providerId="ADAL" clId="{DA797BB2-F189-4808-BF03-EC6D040664BC}" dt="2026-01-15T20:43:37.708" v="87751" actId="700"/>
          <ac:spMkLst>
            <pc:docMk/>
            <pc:sldMk cId="3796591539" sldId="322"/>
            <ac:spMk id="2" creationId="{54844CE3-1E1C-3114-AB6D-AD935CBCAC3D}"/>
          </ac:spMkLst>
        </pc:spChg>
        <pc:spChg chg="mod ord">
          <ac:chgData name="Hartman, Lucas" userId="54df504d-6b26-4972-93dd-c21e09d4490b" providerId="ADAL" clId="{DA797BB2-F189-4808-BF03-EC6D040664BC}" dt="2026-01-15T20:53:18.641" v="88541" actId="2711"/>
          <ac:spMkLst>
            <pc:docMk/>
            <pc:sldMk cId="3796591539" sldId="322"/>
            <ac:spMk id="3" creationId="{9FF1B67E-22F8-E18A-23A7-085E53690B70}"/>
          </ac:spMkLst>
        </pc:spChg>
        <pc:spChg chg="add mod ord">
          <ac:chgData name="Hartman, Lucas" userId="54df504d-6b26-4972-93dd-c21e09d4490b" providerId="ADAL" clId="{DA797BB2-F189-4808-BF03-EC6D040664BC}" dt="2026-01-15T20:47:28.131" v="87855" actId="14100"/>
          <ac:spMkLst>
            <pc:docMk/>
            <pc:sldMk cId="3796591539" sldId="322"/>
            <ac:spMk id="4" creationId="{6512BCA9-0D7D-E83C-1991-2D67274E649F}"/>
          </ac:spMkLst>
        </pc:spChg>
        <pc:picChg chg="add mod">
          <ac:chgData name="Hartman, Lucas" userId="54df504d-6b26-4972-93dd-c21e09d4490b" providerId="ADAL" clId="{DA797BB2-F189-4808-BF03-EC6D040664BC}" dt="2026-01-15T20:47:42.873" v="87859" actId="1076"/>
          <ac:picMkLst>
            <pc:docMk/>
            <pc:sldMk cId="3796591539" sldId="322"/>
            <ac:picMk id="5" creationId="{575B38AD-82DC-3B68-DF82-ECB0E41EA0CC}"/>
          </ac:picMkLst>
        </pc:picChg>
        <pc:picChg chg="add mod">
          <ac:chgData name="Hartman, Lucas" userId="54df504d-6b26-4972-93dd-c21e09d4490b" providerId="ADAL" clId="{DA797BB2-F189-4808-BF03-EC6D040664BC}" dt="2026-01-15T20:47:41.592" v="87858" actId="1076"/>
          <ac:picMkLst>
            <pc:docMk/>
            <pc:sldMk cId="3796591539" sldId="322"/>
            <ac:picMk id="6" creationId="{BB5E97F5-72BC-29B4-E1B8-0077261FA46C}"/>
          </ac:picMkLst>
        </pc:picChg>
        <pc:picChg chg="add mod">
          <ac:chgData name="Hartman, Lucas" userId="54df504d-6b26-4972-93dd-c21e09d4490b" providerId="ADAL" clId="{DA797BB2-F189-4808-BF03-EC6D040664BC}" dt="2026-01-15T20:47:39.929" v="87857" actId="1076"/>
          <ac:picMkLst>
            <pc:docMk/>
            <pc:sldMk cId="3796591539" sldId="322"/>
            <ac:picMk id="7" creationId="{7AE201BE-74B9-0C93-496F-2552414822E8}"/>
          </ac:picMkLst>
        </pc:picChg>
        <pc:picChg chg="add mod">
          <ac:chgData name="Hartman, Lucas" userId="54df504d-6b26-4972-93dd-c21e09d4490b" providerId="ADAL" clId="{DA797BB2-F189-4808-BF03-EC6D040664BC}" dt="2026-01-15T20:47:37.249" v="87856" actId="1076"/>
          <ac:picMkLst>
            <pc:docMk/>
            <pc:sldMk cId="3796591539" sldId="322"/>
            <ac:picMk id="8" creationId="{7B6D6461-F0C6-E573-9DFE-A9625A9B8B2E}"/>
          </ac:picMkLst>
        </pc:picChg>
      </pc:sldChg>
      <pc:sldChg chg="addSp delSp modSp new mod modClrScheme chgLayout">
        <pc:chgData name="Hartman, Lucas" userId="54df504d-6b26-4972-93dd-c21e09d4490b" providerId="ADAL" clId="{DA797BB2-F189-4808-BF03-EC6D040664BC}" dt="2026-01-15T20:53:29.211" v="88542" actId="2711"/>
        <pc:sldMkLst>
          <pc:docMk/>
          <pc:sldMk cId="39952368" sldId="323"/>
        </pc:sldMkLst>
        <pc:spChg chg="mod ord">
          <ac:chgData name="Hartman, Lucas" userId="54df504d-6b26-4972-93dd-c21e09d4490b" providerId="ADAL" clId="{DA797BB2-F189-4808-BF03-EC6D040664BC}" dt="2026-01-15T20:47:59.235" v="87880" actId="700"/>
          <ac:spMkLst>
            <pc:docMk/>
            <pc:sldMk cId="39952368" sldId="323"/>
            <ac:spMk id="2" creationId="{7F8DBBE0-6D83-41C5-7408-FBB318C47015}"/>
          </ac:spMkLst>
        </pc:spChg>
        <pc:spChg chg="add mod ord">
          <ac:chgData name="Hartman, Lucas" userId="54df504d-6b26-4972-93dd-c21e09d4490b" providerId="ADAL" clId="{DA797BB2-F189-4808-BF03-EC6D040664BC}" dt="2026-01-15T20:53:29.211" v="88542" actId="2711"/>
          <ac:spMkLst>
            <pc:docMk/>
            <pc:sldMk cId="39952368" sldId="323"/>
            <ac:spMk id="4" creationId="{40601856-4BA3-2E27-0E1A-9DF19F3E669E}"/>
          </ac:spMkLst>
        </pc:spChg>
        <pc:spChg chg="add mod ord">
          <ac:chgData name="Hartman, Lucas" userId="54df504d-6b26-4972-93dd-c21e09d4490b" providerId="ADAL" clId="{DA797BB2-F189-4808-BF03-EC6D040664BC}" dt="2026-01-15T20:49:30.777" v="88094" actId="20577"/>
          <ac:spMkLst>
            <pc:docMk/>
            <pc:sldMk cId="39952368" sldId="323"/>
            <ac:spMk id="5" creationId="{1ECA8E96-0549-781E-28FC-B2BE397D7757}"/>
          </ac:spMkLst>
        </pc:spChg>
        <pc:picChg chg="add mod">
          <ac:chgData name="Hartman, Lucas" userId="54df504d-6b26-4972-93dd-c21e09d4490b" providerId="ADAL" clId="{DA797BB2-F189-4808-BF03-EC6D040664BC}" dt="2026-01-15T20:50:00.631" v="88107" actId="1076"/>
          <ac:picMkLst>
            <pc:docMk/>
            <pc:sldMk cId="39952368" sldId="323"/>
            <ac:picMk id="6" creationId="{2EE9CB05-7532-B9AD-1C26-1BBA659975A0}"/>
          </ac:picMkLst>
        </pc:picChg>
        <pc:picChg chg="add mod">
          <ac:chgData name="Hartman, Lucas" userId="54df504d-6b26-4972-93dd-c21e09d4490b" providerId="ADAL" clId="{DA797BB2-F189-4808-BF03-EC6D040664BC}" dt="2026-01-15T20:49:59.121" v="88106" actId="1076"/>
          <ac:picMkLst>
            <pc:docMk/>
            <pc:sldMk cId="39952368" sldId="323"/>
            <ac:picMk id="7" creationId="{C212F896-EA8F-1FC2-6C03-C7C52ACE85ED}"/>
          </ac:picMkLst>
        </pc:picChg>
        <pc:picChg chg="add mod">
          <ac:chgData name="Hartman, Lucas" userId="54df504d-6b26-4972-93dd-c21e09d4490b" providerId="ADAL" clId="{DA797BB2-F189-4808-BF03-EC6D040664BC}" dt="2026-01-15T20:49:57.387" v="88105" actId="1076"/>
          <ac:picMkLst>
            <pc:docMk/>
            <pc:sldMk cId="39952368" sldId="323"/>
            <ac:picMk id="8" creationId="{08000ECE-59C2-9BFD-D3A0-10AA85626F75}"/>
          </ac:picMkLst>
        </pc:picChg>
      </pc:sldChg>
      <pc:sldChg chg="addSp modSp new mod modClrScheme chgLayout">
        <pc:chgData name="Hartman, Lucas" userId="54df504d-6b26-4972-93dd-c21e09d4490b" providerId="ADAL" clId="{DA797BB2-F189-4808-BF03-EC6D040664BC}" dt="2026-01-15T21:07:17.027" v="90468" actId="207"/>
        <pc:sldMkLst>
          <pc:docMk/>
          <pc:sldMk cId="3340952540" sldId="324"/>
        </pc:sldMkLst>
        <pc:spChg chg="mod ord">
          <ac:chgData name="Hartman, Lucas" userId="54df504d-6b26-4972-93dd-c21e09d4490b" providerId="ADAL" clId="{DA797BB2-F189-4808-BF03-EC6D040664BC}" dt="2026-01-15T21:06:43.883" v="90459" actId="700"/>
          <ac:spMkLst>
            <pc:docMk/>
            <pc:sldMk cId="3340952540" sldId="324"/>
            <ac:spMk id="2" creationId="{13496101-7904-E52C-1D6A-0FF33E9544B5}"/>
          </ac:spMkLst>
        </pc:spChg>
        <pc:spChg chg="mod ord">
          <ac:chgData name="Hartman, Lucas" userId="54df504d-6b26-4972-93dd-c21e09d4490b" providerId="ADAL" clId="{DA797BB2-F189-4808-BF03-EC6D040664BC}" dt="2026-01-15T21:06:43.901" v="90461" actId="27636"/>
          <ac:spMkLst>
            <pc:docMk/>
            <pc:sldMk cId="3340952540" sldId="324"/>
            <ac:spMk id="3" creationId="{44158FA1-845B-C6AA-D7CC-F255ECF85235}"/>
          </ac:spMkLst>
        </pc:spChg>
        <pc:spChg chg="add mod ord">
          <ac:chgData name="Hartman, Lucas" userId="54df504d-6b26-4972-93dd-c21e09d4490b" providerId="ADAL" clId="{DA797BB2-F189-4808-BF03-EC6D040664BC}" dt="2026-01-15T21:07:17.027" v="90468" actId="207"/>
          <ac:spMkLst>
            <pc:docMk/>
            <pc:sldMk cId="3340952540" sldId="324"/>
            <ac:spMk id="4" creationId="{0E9620BC-904C-1C65-62F1-3DA7F29DA9ED}"/>
          </ac:spMkLst>
        </pc:spChg>
      </pc:sldChg>
      <pc:sldChg chg="modSp new mod">
        <pc:chgData name="Hartman, Lucas" userId="54df504d-6b26-4972-93dd-c21e09d4490b" providerId="ADAL" clId="{DA797BB2-F189-4808-BF03-EC6D040664BC}" dt="2026-01-27T15:08:44.625" v="105548" actId="20577"/>
        <pc:sldMkLst>
          <pc:docMk/>
          <pc:sldMk cId="1689282381" sldId="325"/>
        </pc:sldMkLst>
        <pc:spChg chg="mod">
          <ac:chgData name="Hartman, Lucas" userId="54df504d-6b26-4972-93dd-c21e09d4490b" providerId="ADAL" clId="{DA797BB2-F189-4808-BF03-EC6D040664BC}" dt="2026-01-15T21:08:29.599" v="90696" actId="20577"/>
          <ac:spMkLst>
            <pc:docMk/>
            <pc:sldMk cId="1689282381" sldId="325"/>
            <ac:spMk id="2" creationId="{E64A4DFF-62F0-8672-A4FE-1F99E02C291E}"/>
          </ac:spMkLst>
        </pc:spChg>
        <pc:spChg chg="mod">
          <ac:chgData name="Hartman, Lucas" userId="54df504d-6b26-4972-93dd-c21e09d4490b" providerId="ADAL" clId="{DA797BB2-F189-4808-BF03-EC6D040664BC}" dt="2026-01-27T15:08:44.625" v="105548" actId="20577"/>
          <ac:spMkLst>
            <pc:docMk/>
            <pc:sldMk cId="1689282381" sldId="325"/>
            <ac:spMk id="3" creationId="{13A8D13F-5657-CA30-4F58-CC4E57ADB170}"/>
          </ac:spMkLst>
        </pc:spChg>
        <pc:spChg chg="mod">
          <ac:chgData name="Hartman, Lucas" userId="54df504d-6b26-4972-93dd-c21e09d4490b" providerId="ADAL" clId="{DA797BB2-F189-4808-BF03-EC6D040664BC}" dt="2026-01-15T21:18:20.842" v="91577" actId="20577"/>
          <ac:spMkLst>
            <pc:docMk/>
            <pc:sldMk cId="1689282381" sldId="325"/>
            <ac:spMk id="4" creationId="{FB6133E3-096A-DF90-9EA7-5B5ACB42BA12}"/>
          </ac:spMkLst>
        </pc:spChg>
      </pc:sldChg>
      <pc:sldChg chg="modSp new mod">
        <pc:chgData name="Hartman, Lucas" userId="54df504d-6b26-4972-93dd-c21e09d4490b" providerId="ADAL" clId="{DA797BB2-F189-4808-BF03-EC6D040664BC}" dt="2026-01-15T21:23:47.278" v="92447" actId="2711"/>
        <pc:sldMkLst>
          <pc:docMk/>
          <pc:sldMk cId="1117450551" sldId="326"/>
        </pc:sldMkLst>
        <pc:spChg chg="mod">
          <ac:chgData name="Hartman, Lucas" userId="54df504d-6b26-4972-93dd-c21e09d4490b" providerId="ADAL" clId="{DA797BB2-F189-4808-BF03-EC6D040664BC}" dt="2026-01-15T21:19:00.176" v="91598" actId="20577"/>
          <ac:spMkLst>
            <pc:docMk/>
            <pc:sldMk cId="1117450551" sldId="326"/>
            <ac:spMk id="2" creationId="{9BDC849B-E950-C27E-C5C3-6BE0B3C46969}"/>
          </ac:spMkLst>
        </pc:spChg>
        <pc:spChg chg="mod">
          <ac:chgData name="Hartman, Lucas" userId="54df504d-6b26-4972-93dd-c21e09d4490b" providerId="ADAL" clId="{DA797BB2-F189-4808-BF03-EC6D040664BC}" dt="2026-01-15T21:23:47.278" v="92447" actId="2711"/>
          <ac:spMkLst>
            <pc:docMk/>
            <pc:sldMk cId="1117450551" sldId="326"/>
            <ac:spMk id="3" creationId="{B74DEF53-EBBE-9A7E-08DB-A93CC54533B3}"/>
          </ac:spMkLst>
        </pc:spChg>
        <pc:spChg chg="mod">
          <ac:chgData name="Hartman, Lucas" userId="54df504d-6b26-4972-93dd-c21e09d4490b" providerId="ADAL" clId="{DA797BB2-F189-4808-BF03-EC6D040664BC}" dt="2026-01-15T21:21:08.608" v="91932" actId="207"/>
          <ac:spMkLst>
            <pc:docMk/>
            <pc:sldMk cId="1117450551" sldId="326"/>
            <ac:spMk id="4" creationId="{28A49BBE-6038-C1E6-13FE-BC26E5E74501}"/>
          </ac:spMkLst>
        </pc:spChg>
      </pc:sldChg>
      <pc:sldChg chg="modSp new mod">
        <pc:chgData name="Hartman, Lucas" userId="54df504d-6b26-4972-93dd-c21e09d4490b" providerId="ADAL" clId="{DA797BB2-F189-4808-BF03-EC6D040664BC}" dt="2026-01-15T21:28:11.616" v="92622" actId="20577"/>
        <pc:sldMkLst>
          <pc:docMk/>
          <pc:sldMk cId="474761699" sldId="327"/>
        </pc:sldMkLst>
        <pc:spChg chg="mod">
          <ac:chgData name="Hartman, Lucas" userId="54df504d-6b26-4972-93dd-c21e09d4490b" providerId="ADAL" clId="{DA797BB2-F189-4808-BF03-EC6D040664BC}" dt="2026-01-15T21:21:16.248" v="91954" actId="20577"/>
          <ac:spMkLst>
            <pc:docMk/>
            <pc:sldMk cId="474761699" sldId="327"/>
            <ac:spMk id="2" creationId="{67DC9766-4212-18DA-EEDC-196219B85ABC}"/>
          </ac:spMkLst>
        </pc:spChg>
        <pc:spChg chg="mod">
          <ac:chgData name="Hartman, Lucas" userId="54df504d-6b26-4972-93dd-c21e09d4490b" providerId="ADAL" clId="{DA797BB2-F189-4808-BF03-EC6D040664BC}" dt="2026-01-15T21:28:11.616" v="92622" actId="20577"/>
          <ac:spMkLst>
            <pc:docMk/>
            <pc:sldMk cId="474761699" sldId="327"/>
            <ac:spMk id="3" creationId="{D421E60F-FA52-17DD-0000-0B1E3AB253FD}"/>
          </ac:spMkLst>
        </pc:spChg>
        <pc:spChg chg="mod">
          <ac:chgData name="Hartman, Lucas" userId="54df504d-6b26-4972-93dd-c21e09d4490b" providerId="ADAL" clId="{DA797BB2-F189-4808-BF03-EC6D040664BC}" dt="2026-01-15T21:27:21.045" v="92483" actId="207"/>
          <ac:spMkLst>
            <pc:docMk/>
            <pc:sldMk cId="474761699" sldId="327"/>
            <ac:spMk id="4" creationId="{B387A6BA-239A-DA0B-9BB8-F5E26A5E2D90}"/>
          </ac:spMkLst>
        </pc:spChg>
      </pc:sldChg>
      <pc:sldChg chg="modSp new mod">
        <pc:chgData name="Hartman, Lucas" userId="54df504d-6b26-4972-93dd-c21e09d4490b" providerId="ADAL" clId="{DA797BB2-F189-4808-BF03-EC6D040664BC}" dt="2026-01-16T18:31:29.581" v="102914" actId="27636"/>
        <pc:sldMkLst>
          <pc:docMk/>
          <pc:sldMk cId="2323308718" sldId="328"/>
        </pc:sldMkLst>
        <pc:spChg chg="mod">
          <ac:chgData name="Hartman, Lucas" userId="54df504d-6b26-4972-93dd-c21e09d4490b" providerId="ADAL" clId="{DA797BB2-F189-4808-BF03-EC6D040664BC}" dt="2026-01-15T21:31:22.473" v="93460" actId="20577"/>
          <ac:spMkLst>
            <pc:docMk/>
            <pc:sldMk cId="2323308718" sldId="328"/>
            <ac:spMk id="2" creationId="{DDEB4F3E-D448-CF52-38A7-174D9F4C665A}"/>
          </ac:spMkLst>
        </pc:spChg>
        <pc:spChg chg="mod">
          <ac:chgData name="Hartman, Lucas" userId="54df504d-6b26-4972-93dd-c21e09d4490b" providerId="ADAL" clId="{DA797BB2-F189-4808-BF03-EC6D040664BC}" dt="2026-01-16T18:31:29.581" v="102914" actId="27636"/>
          <ac:spMkLst>
            <pc:docMk/>
            <pc:sldMk cId="2323308718" sldId="328"/>
            <ac:spMk id="3" creationId="{D404F5B3-034F-198E-7CF9-494B6EEB512E}"/>
          </ac:spMkLst>
        </pc:spChg>
        <pc:spChg chg="mod">
          <ac:chgData name="Hartman, Lucas" userId="54df504d-6b26-4972-93dd-c21e09d4490b" providerId="ADAL" clId="{DA797BB2-F189-4808-BF03-EC6D040664BC}" dt="2026-01-16T18:31:29.580" v="102913" actId="27636"/>
          <ac:spMkLst>
            <pc:docMk/>
            <pc:sldMk cId="2323308718" sldId="328"/>
            <ac:spMk id="4" creationId="{169BC621-9419-5DF3-7517-91986F912C38}"/>
          </ac:spMkLst>
        </pc:spChg>
      </pc:sldChg>
      <pc:sldChg chg="modSp new mod ord">
        <pc:chgData name="Hartman, Lucas" userId="54df504d-6b26-4972-93dd-c21e09d4490b" providerId="ADAL" clId="{DA797BB2-F189-4808-BF03-EC6D040664BC}" dt="2026-01-27T14:54:25.635" v="105546"/>
        <pc:sldMkLst>
          <pc:docMk/>
          <pc:sldMk cId="30934707" sldId="329"/>
        </pc:sldMkLst>
        <pc:spChg chg="mod">
          <ac:chgData name="Hartman, Lucas" userId="54df504d-6b26-4972-93dd-c21e09d4490b" providerId="ADAL" clId="{DA797BB2-F189-4808-BF03-EC6D040664BC}" dt="2026-01-16T15:26:22.981" v="93571" actId="20577"/>
          <ac:spMkLst>
            <pc:docMk/>
            <pc:sldMk cId="30934707" sldId="329"/>
            <ac:spMk id="2" creationId="{9728CD4F-779E-13C4-1DFF-6723FF3B3F2F}"/>
          </ac:spMkLst>
        </pc:spChg>
        <pc:spChg chg="mod">
          <ac:chgData name="Hartman, Lucas" userId="54df504d-6b26-4972-93dd-c21e09d4490b" providerId="ADAL" clId="{DA797BB2-F189-4808-BF03-EC6D040664BC}" dt="2026-01-16T15:28:49.828" v="94295" actId="20577"/>
          <ac:spMkLst>
            <pc:docMk/>
            <pc:sldMk cId="30934707" sldId="329"/>
            <ac:spMk id="3" creationId="{984E1C37-F6AB-CE40-8763-6E8B93639679}"/>
          </ac:spMkLst>
        </pc:spChg>
      </pc:sldChg>
      <pc:sldChg chg="modSp new mod ord">
        <pc:chgData name="Hartman, Lucas" userId="54df504d-6b26-4972-93dd-c21e09d4490b" providerId="ADAL" clId="{DA797BB2-F189-4808-BF03-EC6D040664BC}" dt="2026-01-27T14:54:25.635" v="105546"/>
        <pc:sldMkLst>
          <pc:docMk/>
          <pc:sldMk cId="3113300526" sldId="330"/>
        </pc:sldMkLst>
        <pc:spChg chg="mod">
          <ac:chgData name="Hartman, Lucas" userId="54df504d-6b26-4972-93dd-c21e09d4490b" providerId="ADAL" clId="{DA797BB2-F189-4808-BF03-EC6D040664BC}" dt="2026-01-16T15:29:00.388" v="94314" actId="20577"/>
          <ac:spMkLst>
            <pc:docMk/>
            <pc:sldMk cId="3113300526" sldId="330"/>
            <ac:spMk id="2" creationId="{CFE642B8-5ED0-D844-18B9-47E5730140A2}"/>
          </ac:spMkLst>
        </pc:spChg>
        <pc:spChg chg="mod">
          <ac:chgData name="Hartman, Lucas" userId="54df504d-6b26-4972-93dd-c21e09d4490b" providerId="ADAL" clId="{DA797BB2-F189-4808-BF03-EC6D040664BC}" dt="2026-01-16T15:33:06.269" v="95156" actId="1076"/>
          <ac:spMkLst>
            <pc:docMk/>
            <pc:sldMk cId="3113300526" sldId="330"/>
            <ac:spMk id="3" creationId="{7C4AF5F3-3492-C062-39F2-0FB1F00CA1B7}"/>
          </ac:spMkLst>
        </pc:spChg>
        <pc:spChg chg="mod">
          <ac:chgData name="Hartman, Lucas" userId="54df504d-6b26-4972-93dd-c21e09d4490b" providerId="ADAL" clId="{DA797BB2-F189-4808-BF03-EC6D040664BC}" dt="2026-01-16T15:33:11.341" v="95157" actId="1076"/>
          <ac:spMkLst>
            <pc:docMk/>
            <pc:sldMk cId="3113300526" sldId="330"/>
            <ac:spMk id="4" creationId="{DF61DA73-29E3-A386-AAFE-81AFF8C01AD7}"/>
          </ac:spMkLst>
        </pc:spChg>
      </pc:sldChg>
      <pc:sldChg chg="modSp new mod">
        <pc:chgData name="Hartman, Lucas" userId="54df504d-6b26-4972-93dd-c21e09d4490b" providerId="ADAL" clId="{DA797BB2-F189-4808-BF03-EC6D040664BC}" dt="2026-01-16T15:37:17.506" v="95896" actId="255"/>
        <pc:sldMkLst>
          <pc:docMk/>
          <pc:sldMk cId="3966701836" sldId="331"/>
        </pc:sldMkLst>
        <pc:spChg chg="mod">
          <ac:chgData name="Hartman, Lucas" userId="54df504d-6b26-4972-93dd-c21e09d4490b" providerId="ADAL" clId="{DA797BB2-F189-4808-BF03-EC6D040664BC}" dt="2026-01-16T15:33:52.653" v="95192" actId="20577"/>
          <ac:spMkLst>
            <pc:docMk/>
            <pc:sldMk cId="3966701836" sldId="331"/>
            <ac:spMk id="2" creationId="{B35F31E7-200E-A639-1B4E-F7CD4ACE0859}"/>
          </ac:spMkLst>
        </pc:spChg>
        <pc:spChg chg="mod">
          <ac:chgData name="Hartman, Lucas" userId="54df504d-6b26-4972-93dd-c21e09d4490b" providerId="ADAL" clId="{DA797BB2-F189-4808-BF03-EC6D040664BC}" dt="2026-01-16T15:36:58.325" v="95890" actId="1076"/>
          <ac:spMkLst>
            <pc:docMk/>
            <pc:sldMk cId="3966701836" sldId="331"/>
            <ac:spMk id="3" creationId="{EB9FDE11-7D04-F558-0931-A812C228C63C}"/>
          </ac:spMkLst>
        </pc:spChg>
        <pc:spChg chg="mod">
          <ac:chgData name="Hartman, Lucas" userId="54df504d-6b26-4972-93dd-c21e09d4490b" providerId="ADAL" clId="{DA797BB2-F189-4808-BF03-EC6D040664BC}" dt="2026-01-16T15:37:17.506" v="95896" actId="255"/>
          <ac:spMkLst>
            <pc:docMk/>
            <pc:sldMk cId="3966701836" sldId="331"/>
            <ac:spMk id="4" creationId="{B807B185-0EEE-6C76-850B-5F71A29518A9}"/>
          </ac:spMkLst>
        </pc:spChg>
      </pc:sldChg>
      <pc:sldChg chg="addSp delSp modSp new mod modClrScheme chgLayout">
        <pc:chgData name="Hartman, Lucas" userId="54df504d-6b26-4972-93dd-c21e09d4490b" providerId="ADAL" clId="{DA797BB2-F189-4808-BF03-EC6D040664BC}" dt="2026-01-28T22:03:48.533" v="106088" actId="207"/>
        <pc:sldMkLst>
          <pc:docMk/>
          <pc:sldMk cId="225421981" sldId="332"/>
        </pc:sldMkLst>
        <pc:spChg chg="mod ord">
          <ac:chgData name="Hartman, Lucas" userId="54df504d-6b26-4972-93dd-c21e09d4490b" providerId="ADAL" clId="{DA797BB2-F189-4808-BF03-EC6D040664BC}" dt="2026-01-16T15:39:03.862" v="95924" actId="700"/>
          <ac:spMkLst>
            <pc:docMk/>
            <pc:sldMk cId="225421981" sldId="332"/>
            <ac:spMk id="2" creationId="{98581796-06C4-20E1-2D62-1CA63DCBFF81}"/>
          </ac:spMkLst>
        </pc:spChg>
        <pc:spChg chg="add mod ord">
          <ac:chgData name="Hartman, Lucas" userId="54df504d-6b26-4972-93dd-c21e09d4490b" providerId="ADAL" clId="{DA797BB2-F189-4808-BF03-EC6D040664BC}" dt="2026-01-16T15:41:12.047" v="96504" actId="1076"/>
          <ac:spMkLst>
            <pc:docMk/>
            <pc:sldMk cId="225421981" sldId="332"/>
            <ac:spMk id="4" creationId="{97CF1337-53AE-4FA4-D027-951350080D43}"/>
          </ac:spMkLst>
        </pc:spChg>
        <pc:spChg chg="add mod ord">
          <ac:chgData name="Hartman, Lucas" userId="54df504d-6b26-4972-93dd-c21e09d4490b" providerId="ADAL" clId="{DA797BB2-F189-4808-BF03-EC6D040664BC}" dt="2026-01-28T22:03:48.533" v="106088" actId="207"/>
          <ac:spMkLst>
            <pc:docMk/>
            <pc:sldMk cId="225421981" sldId="332"/>
            <ac:spMk id="5" creationId="{F86044A6-1104-004E-75E4-D625FD6892BE}"/>
          </ac:spMkLst>
        </pc:spChg>
      </pc:sldChg>
      <pc:sldChg chg="modSp new mod">
        <pc:chgData name="Hartman, Lucas" userId="54df504d-6b26-4972-93dd-c21e09d4490b" providerId="ADAL" clId="{DA797BB2-F189-4808-BF03-EC6D040664BC}" dt="2026-01-28T22:03:37.253" v="106086" actId="207"/>
        <pc:sldMkLst>
          <pc:docMk/>
          <pc:sldMk cId="1212913358" sldId="333"/>
        </pc:sldMkLst>
        <pc:spChg chg="mod">
          <ac:chgData name="Hartman, Lucas" userId="54df504d-6b26-4972-93dd-c21e09d4490b" providerId="ADAL" clId="{DA797BB2-F189-4808-BF03-EC6D040664BC}" dt="2026-01-16T15:41:58.186" v="96568" actId="20577"/>
          <ac:spMkLst>
            <pc:docMk/>
            <pc:sldMk cId="1212913358" sldId="333"/>
            <ac:spMk id="2" creationId="{D1C05CB8-424D-E7E1-37F5-3013A12C16DD}"/>
          </ac:spMkLst>
        </pc:spChg>
        <pc:spChg chg="mod">
          <ac:chgData name="Hartman, Lucas" userId="54df504d-6b26-4972-93dd-c21e09d4490b" providerId="ADAL" clId="{DA797BB2-F189-4808-BF03-EC6D040664BC}" dt="2026-01-16T15:47:06.951" v="97113" actId="1076"/>
          <ac:spMkLst>
            <pc:docMk/>
            <pc:sldMk cId="1212913358" sldId="333"/>
            <ac:spMk id="3" creationId="{CE3BE8CA-BD3A-580F-E9D2-46809FFFE334}"/>
          </ac:spMkLst>
        </pc:spChg>
        <pc:spChg chg="mod">
          <ac:chgData name="Hartman, Lucas" userId="54df504d-6b26-4972-93dd-c21e09d4490b" providerId="ADAL" clId="{DA797BB2-F189-4808-BF03-EC6D040664BC}" dt="2026-01-28T22:03:37.253" v="106086" actId="207"/>
          <ac:spMkLst>
            <pc:docMk/>
            <pc:sldMk cId="1212913358" sldId="333"/>
            <ac:spMk id="4" creationId="{5A18619E-DC4C-DC87-B35C-8199366248D3}"/>
          </ac:spMkLst>
        </pc:spChg>
      </pc:sldChg>
      <pc:sldChg chg="modSp new mod">
        <pc:chgData name="Hartman, Lucas" userId="54df504d-6b26-4972-93dd-c21e09d4490b" providerId="ADAL" clId="{DA797BB2-F189-4808-BF03-EC6D040664BC}" dt="2026-01-16T15:49:59.495" v="97616" actId="1076"/>
        <pc:sldMkLst>
          <pc:docMk/>
          <pc:sldMk cId="2239495673" sldId="334"/>
        </pc:sldMkLst>
        <pc:spChg chg="mod">
          <ac:chgData name="Hartman, Lucas" userId="54df504d-6b26-4972-93dd-c21e09d4490b" providerId="ADAL" clId="{DA797BB2-F189-4808-BF03-EC6D040664BC}" dt="2026-01-16T15:47:47.799" v="97124" actId="20577"/>
          <ac:spMkLst>
            <pc:docMk/>
            <pc:sldMk cId="2239495673" sldId="334"/>
            <ac:spMk id="2" creationId="{0FE12E67-5377-B578-962D-0B2BAF4DE1E9}"/>
          </ac:spMkLst>
        </pc:spChg>
        <pc:spChg chg="mod">
          <ac:chgData name="Hartman, Lucas" userId="54df504d-6b26-4972-93dd-c21e09d4490b" providerId="ADAL" clId="{DA797BB2-F189-4808-BF03-EC6D040664BC}" dt="2026-01-16T15:49:56.632" v="97615" actId="1076"/>
          <ac:spMkLst>
            <pc:docMk/>
            <pc:sldMk cId="2239495673" sldId="334"/>
            <ac:spMk id="3" creationId="{D6A4F1D8-A9E3-6CE3-677C-B040BD7F20DE}"/>
          </ac:spMkLst>
        </pc:spChg>
        <pc:spChg chg="mod">
          <ac:chgData name="Hartman, Lucas" userId="54df504d-6b26-4972-93dd-c21e09d4490b" providerId="ADAL" clId="{DA797BB2-F189-4808-BF03-EC6D040664BC}" dt="2026-01-16T15:49:59.495" v="97616" actId="1076"/>
          <ac:spMkLst>
            <pc:docMk/>
            <pc:sldMk cId="2239495673" sldId="334"/>
            <ac:spMk id="4" creationId="{FC4812E6-B021-89D9-529D-5B5298CA05BA}"/>
          </ac:spMkLst>
        </pc:spChg>
      </pc:sldChg>
      <pc:sldChg chg="modSp new mod">
        <pc:chgData name="Hartman, Lucas" userId="54df504d-6b26-4972-93dd-c21e09d4490b" providerId="ADAL" clId="{DA797BB2-F189-4808-BF03-EC6D040664BC}" dt="2026-01-16T15:55:26.356" v="98461" actId="20577"/>
        <pc:sldMkLst>
          <pc:docMk/>
          <pc:sldMk cId="3042931249" sldId="335"/>
        </pc:sldMkLst>
        <pc:spChg chg="mod">
          <ac:chgData name="Hartman, Lucas" userId="54df504d-6b26-4972-93dd-c21e09d4490b" providerId="ADAL" clId="{DA797BB2-F189-4808-BF03-EC6D040664BC}" dt="2026-01-16T15:50:42.949" v="97649" actId="20577"/>
          <ac:spMkLst>
            <pc:docMk/>
            <pc:sldMk cId="3042931249" sldId="335"/>
            <ac:spMk id="2" creationId="{591BF141-9F92-4FE6-B61D-373918E5E9C6}"/>
          </ac:spMkLst>
        </pc:spChg>
        <pc:spChg chg="mod">
          <ac:chgData name="Hartman, Lucas" userId="54df504d-6b26-4972-93dd-c21e09d4490b" providerId="ADAL" clId="{DA797BB2-F189-4808-BF03-EC6D040664BC}" dt="2026-01-16T15:55:26.356" v="98461" actId="20577"/>
          <ac:spMkLst>
            <pc:docMk/>
            <pc:sldMk cId="3042931249" sldId="335"/>
            <ac:spMk id="3" creationId="{9839E301-C83A-BB47-EED4-DF2D6343EF51}"/>
          </ac:spMkLst>
        </pc:spChg>
        <pc:spChg chg="mod">
          <ac:chgData name="Hartman, Lucas" userId="54df504d-6b26-4972-93dd-c21e09d4490b" providerId="ADAL" clId="{DA797BB2-F189-4808-BF03-EC6D040664BC}" dt="2026-01-16T15:54:55.093" v="98369" actId="1076"/>
          <ac:spMkLst>
            <pc:docMk/>
            <pc:sldMk cId="3042931249" sldId="335"/>
            <ac:spMk id="4" creationId="{F8C4207E-5808-1B9B-7751-2807BFEAC22C}"/>
          </ac:spMkLst>
        </pc:spChg>
      </pc:sldChg>
      <pc:sldChg chg="modSp new mod ord">
        <pc:chgData name="Hartman, Lucas" userId="54df504d-6b26-4972-93dd-c21e09d4490b" providerId="ADAL" clId="{DA797BB2-F189-4808-BF03-EC6D040664BC}" dt="2026-01-27T14:54:12.811" v="105544"/>
        <pc:sldMkLst>
          <pc:docMk/>
          <pc:sldMk cId="250929490" sldId="336"/>
        </pc:sldMkLst>
        <pc:spChg chg="mod">
          <ac:chgData name="Hartman, Lucas" userId="54df504d-6b26-4972-93dd-c21e09d4490b" providerId="ADAL" clId="{DA797BB2-F189-4808-BF03-EC6D040664BC}" dt="2026-01-16T15:57:46.818" v="98493" actId="20577"/>
          <ac:spMkLst>
            <pc:docMk/>
            <pc:sldMk cId="250929490" sldId="336"/>
            <ac:spMk id="2" creationId="{3C160346-8F2E-47DA-D4F6-1C346F3F2BB4}"/>
          </ac:spMkLst>
        </pc:spChg>
        <pc:spChg chg="mod">
          <ac:chgData name="Hartman, Lucas" userId="54df504d-6b26-4972-93dd-c21e09d4490b" providerId="ADAL" clId="{DA797BB2-F189-4808-BF03-EC6D040664BC}" dt="2026-01-16T16:15:44.700" v="101463" actId="14100"/>
          <ac:spMkLst>
            <pc:docMk/>
            <pc:sldMk cId="250929490" sldId="336"/>
            <ac:spMk id="3" creationId="{202BBB06-7F55-9F81-4A69-2D5535120E43}"/>
          </ac:spMkLst>
        </pc:spChg>
        <pc:spChg chg="mod">
          <ac:chgData name="Hartman, Lucas" userId="54df504d-6b26-4972-93dd-c21e09d4490b" providerId="ADAL" clId="{DA797BB2-F189-4808-BF03-EC6D040664BC}" dt="2026-01-16T16:12:35.398" v="100873" actId="14100"/>
          <ac:spMkLst>
            <pc:docMk/>
            <pc:sldMk cId="250929490" sldId="336"/>
            <ac:spMk id="4" creationId="{FACA7D5E-B4B9-2971-954B-A41FA48DA469}"/>
          </ac:spMkLst>
        </pc:spChg>
      </pc:sldChg>
      <pc:sldChg chg="addSp modSp new mod ord modClrScheme chgLayout">
        <pc:chgData name="Hartman, Lucas" userId="54df504d-6b26-4972-93dd-c21e09d4490b" providerId="ADAL" clId="{DA797BB2-F189-4808-BF03-EC6D040664BC}" dt="2026-01-27T16:00:35.723" v="105827" actId="207"/>
        <pc:sldMkLst>
          <pc:docMk/>
          <pc:sldMk cId="337378386" sldId="337"/>
        </pc:sldMkLst>
        <pc:spChg chg="mod ord">
          <ac:chgData name="Hartman, Lucas" userId="54df504d-6b26-4972-93dd-c21e09d4490b" providerId="ADAL" clId="{DA797BB2-F189-4808-BF03-EC6D040664BC}" dt="2026-01-16T15:58:44.048" v="98608" actId="700"/>
          <ac:spMkLst>
            <pc:docMk/>
            <pc:sldMk cId="337378386" sldId="337"/>
            <ac:spMk id="2" creationId="{E26C9F8A-8441-D0E2-1D3F-0312FB7E51B2}"/>
          </ac:spMkLst>
        </pc:spChg>
        <pc:spChg chg="mod ord">
          <ac:chgData name="Hartman, Lucas" userId="54df504d-6b26-4972-93dd-c21e09d4490b" providerId="ADAL" clId="{DA797BB2-F189-4808-BF03-EC6D040664BC}" dt="2026-01-27T15:38:13.490" v="105650" actId="14100"/>
          <ac:spMkLst>
            <pc:docMk/>
            <pc:sldMk cId="337378386" sldId="337"/>
            <ac:spMk id="3" creationId="{4B3FF85F-019F-4194-0336-370D8A64E902}"/>
          </ac:spMkLst>
        </pc:spChg>
        <pc:spChg chg="add mod ord">
          <ac:chgData name="Hartman, Lucas" userId="54df504d-6b26-4972-93dd-c21e09d4490b" providerId="ADAL" clId="{DA797BB2-F189-4808-BF03-EC6D040664BC}" dt="2026-01-27T16:00:35.723" v="105827" actId="207"/>
          <ac:spMkLst>
            <pc:docMk/>
            <pc:sldMk cId="337378386" sldId="337"/>
            <ac:spMk id="4" creationId="{F8E95689-1BD6-6A23-4C8A-2AB18DE42D52}"/>
          </ac:spMkLst>
        </pc:spChg>
      </pc:sldChg>
      <pc:sldChg chg="modSp new mod ord">
        <pc:chgData name="Hartman, Lucas" userId="54df504d-6b26-4972-93dd-c21e09d4490b" providerId="ADAL" clId="{DA797BB2-F189-4808-BF03-EC6D040664BC}" dt="2026-01-27T14:54:12.811" v="105544"/>
        <pc:sldMkLst>
          <pc:docMk/>
          <pc:sldMk cId="2279866960" sldId="338"/>
        </pc:sldMkLst>
        <pc:spChg chg="mod">
          <ac:chgData name="Hartman, Lucas" userId="54df504d-6b26-4972-93dd-c21e09d4490b" providerId="ADAL" clId="{DA797BB2-F189-4808-BF03-EC6D040664BC}" dt="2026-01-16T16:14:25.598" v="101119" actId="20577"/>
          <ac:spMkLst>
            <pc:docMk/>
            <pc:sldMk cId="2279866960" sldId="338"/>
            <ac:spMk id="2" creationId="{1A44E4AF-25A4-FABB-F35E-4AC3D7F9BE04}"/>
          </ac:spMkLst>
        </pc:spChg>
        <pc:spChg chg="mod">
          <ac:chgData name="Hartman, Lucas" userId="54df504d-6b26-4972-93dd-c21e09d4490b" providerId="ADAL" clId="{DA797BB2-F189-4808-BF03-EC6D040664BC}" dt="2026-01-16T16:16:35.527" v="101559" actId="1076"/>
          <ac:spMkLst>
            <pc:docMk/>
            <pc:sldMk cId="2279866960" sldId="338"/>
            <ac:spMk id="3" creationId="{8FF00541-0AA1-2A27-E477-B158793F0386}"/>
          </ac:spMkLst>
        </pc:spChg>
        <pc:spChg chg="mod">
          <ac:chgData name="Hartman, Lucas" userId="54df504d-6b26-4972-93dd-c21e09d4490b" providerId="ADAL" clId="{DA797BB2-F189-4808-BF03-EC6D040664BC}" dt="2026-01-16T16:16:49.575" v="101562" actId="1076"/>
          <ac:spMkLst>
            <pc:docMk/>
            <pc:sldMk cId="2279866960" sldId="338"/>
            <ac:spMk id="4" creationId="{2FA65B47-9780-1812-6EDC-118A67DA430C}"/>
          </ac:spMkLst>
        </pc:spChg>
      </pc:sldChg>
      <pc:sldChg chg="addSp delSp modSp new del mod modClrScheme chgLayout">
        <pc:chgData name="Hartman, Lucas" userId="54df504d-6b26-4972-93dd-c21e09d4490b" providerId="ADAL" clId="{DA797BB2-F189-4808-BF03-EC6D040664BC}" dt="2026-01-29T14:32:05.192" v="106117" actId="47"/>
        <pc:sldMkLst>
          <pc:docMk/>
          <pc:sldMk cId="331500471" sldId="339"/>
        </pc:sldMkLst>
      </pc:sldChg>
      <pc:sldChg chg="modSp new del mod">
        <pc:chgData name="Hartman, Lucas" userId="54df504d-6b26-4972-93dd-c21e09d4490b" providerId="ADAL" clId="{DA797BB2-F189-4808-BF03-EC6D040664BC}" dt="2026-01-29T14:32:05.192" v="106117" actId="47"/>
        <pc:sldMkLst>
          <pc:docMk/>
          <pc:sldMk cId="636253316" sldId="340"/>
        </pc:sldMkLst>
      </pc:sldChg>
      <pc:sldChg chg="modSp new del mod">
        <pc:chgData name="Hartman, Lucas" userId="54df504d-6b26-4972-93dd-c21e09d4490b" providerId="ADAL" clId="{DA797BB2-F189-4808-BF03-EC6D040664BC}" dt="2026-01-29T14:32:05.192" v="106117" actId="47"/>
        <pc:sldMkLst>
          <pc:docMk/>
          <pc:sldMk cId="830651110" sldId="341"/>
        </pc:sldMkLst>
      </pc:sldChg>
      <pc:sldChg chg="modSp new del mod">
        <pc:chgData name="Hartman, Lucas" userId="54df504d-6b26-4972-93dd-c21e09d4490b" providerId="ADAL" clId="{DA797BB2-F189-4808-BF03-EC6D040664BC}" dt="2026-01-29T14:32:05.192" v="106117" actId="47"/>
        <pc:sldMkLst>
          <pc:docMk/>
          <pc:sldMk cId="3837838231" sldId="342"/>
        </pc:sldMkLst>
      </pc:sldChg>
      <pc:sldChg chg="new del">
        <pc:chgData name="Hartman, Lucas" userId="54df504d-6b26-4972-93dd-c21e09d4490b" providerId="ADAL" clId="{DA797BB2-F189-4808-BF03-EC6D040664BC}" dt="2026-01-29T14:31:59.871" v="106116" actId="680"/>
        <pc:sldMkLst>
          <pc:docMk/>
          <pc:sldMk cId="3237069044" sldId="343"/>
        </pc:sldMkLst>
      </pc:sldChg>
      <pc:sldChg chg="new del">
        <pc:chgData name="Hartman, Lucas" userId="54df504d-6b26-4972-93dd-c21e09d4490b" providerId="ADAL" clId="{DA797BB2-F189-4808-BF03-EC6D040664BC}" dt="2026-01-29T14:31:59.697" v="106115" actId="680"/>
        <pc:sldMkLst>
          <pc:docMk/>
          <pc:sldMk cId="3378848655" sldId="344"/>
        </pc:sldMkLst>
      </pc:sldChg>
      <pc:sldChg chg="new del">
        <pc:chgData name="Hartman, Lucas" userId="54df504d-6b26-4972-93dd-c21e09d4490b" providerId="ADAL" clId="{DA797BB2-F189-4808-BF03-EC6D040664BC}" dt="2026-01-29T14:31:59.420" v="106114" actId="680"/>
        <pc:sldMkLst>
          <pc:docMk/>
          <pc:sldMk cId="1454742691" sldId="345"/>
        </pc:sldMkLst>
      </pc:sldChg>
      <pc:sldChg chg="new del">
        <pc:chgData name="Hartman, Lucas" userId="54df504d-6b26-4972-93dd-c21e09d4490b" providerId="ADAL" clId="{DA797BB2-F189-4808-BF03-EC6D040664BC}" dt="2026-01-29T14:31:59.047" v="106113" actId="680"/>
        <pc:sldMkLst>
          <pc:docMk/>
          <pc:sldMk cId="924494649" sldId="346"/>
        </pc:sldMkLst>
      </pc:sldChg>
      <pc:sldChg chg="new del">
        <pc:chgData name="Hartman, Lucas" userId="54df504d-6b26-4972-93dd-c21e09d4490b" providerId="ADAL" clId="{DA797BB2-F189-4808-BF03-EC6D040664BC}" dt="2026-01-29T14:31:58.710" v="106112" actId="680"/>
        <pc:sldMkLst>
          <pc:docMk/>
          <pc:sldMk cId="1882887934" sldId="347"/>
        </pc:sldMkLst>
      </pc:sldChg>
      <pc:sldChg chg="new del">
        <pc:chgData name="Hartman, Lucas" userId="54df504d-6b26-4972-93dd-c21e09d4490b" providerId="ADAL" clId="{DA797BB2-F189-4808-BF03-EC6D040664BC}" dt="2026-01-29T14:31:58.483" v="106111" actId="680"/>
        <pc:sldMkLst>
          <pc:docMk/>
          <pc:sldMk cId="147752786" sldId="348"/>
        </pc:sldMkLst>
      </pc:sldChg>
      <pc:sldChg chg="new del">
        <pc:chgData name="Hartman, Lucas" userId="54df504d-6b26-4972-93dd-c21e09d4490b" providerId="ADAL" clId="{DA797BB2-F189-4808-BF03-EC6D040664BC}" dt="2026-01-29T14:31:58.291" v="106110" actId="680"/>
        <pc:sldMkLst>
          <pc:docMk/>
          <pc:sldMk cId="1768279414" sldId="349"/>
        </pc:sldMkLst>
      </pc:sldChg>
      <pc:sldChg chg="new del">
        <pc:chgData name="Hartman, Lucas" userId="54df504d-6b26-4972-93dd-c21e09d4490b" providerId="ADAL" clId="{DA797BB2-F189-4808-BF03-EC6D040664BC}" dt="2026-01-29T14:31:58.050" v="106109" actId="680"/>
        <pc:sldMkLst>
          <pc:docMk/>
          <pc:sldMk cId="695013899" sldId="350"/>
        </pc:sldMkLst>
      </pc:sldChg>
      <pc:sldChg chg="new del">
        <pc:chgData name="Hartman, Lucas" userId="54df504d-6b26-4972-93dd-c21e09d4490b" providerId="ADAL" clId="{DA797BB2-F189-4808-BF03-EC6D040664BC}" dt="2026-01-29T14:31:57.716" v="106108" actId="680"/>
        <pc:sldMkLst>
          <pc:docMk/>
          <pc:sldMk cId="1436775431" sldId="351"/>
        </pc:sldMkLst>
      </pc:sldChg>
      <pc:sldChg chg="new del">
        <pc:chgData name="Hartman, Lucas" userId="54df504d-6b26-4972-93dd-c21e09d4490b" providerId="ADAL" clId="{DA797BB2-F189-4808-BF03-EC6D040664BC}" dt="2026-01-29T14:31:57.528" v="106107" actId="680"/>
        <pc:sldMkLst>
          <pc:docMk/>
          <pc:sldMk cId="126718546" sldId="352"/>
        </pc:sldMkLst>
      </pc:sldChg>
      <pc:sldChg chg="new del">
        <pc:chgData name="Hartman, Lucas" userId="54df504d-6b26-4972-93dd-c21e09d4490b" providerId="ADAL" clId="{DA797BB2-F189-4808-BF03-EC6D040664BC}" dt="2026-01-29T14:31:57.343" v="106106" actId="680"/>
        <pc:sldMkLst>
          <pc:docMk/>
          <pc:sldMk cId="3282210143" sldId="353"/>
        </pc:sldMkLst>
      </pc:sldChg>
      <pc:sldChg chg="new del">
        <pc:chgData name="Hartman, Lucas" userId="54df504d-6b26-4972-93dd-c21e09d4490b" providerId="ADAL" clId="{DA797BB2-F189-4808-BF03-EC6D040664BC}" dt="2026-01-29T14:31:57.189" v="106105" actId="680"/>
        <pc:sldMkLst>
          <pc:docMk/>
          <pc:sldMk cId="1315969411" sldId="354"/>
        </pc:sldMkLst>
      </pc:sldChg>
      <pc:sldChg chg="new del">
        <pc:chgData name="Hartman, Lucas" userId="54df504d-6b26-4972-93dd-c21e09d4490b" providerId="ADAL" clId="{DA797BB2-F189-4808-BF03-EC6D040664BC}" dt="2026-01-29T14:31:56.974" v="106104" actId="680"/>
        <pc:sldMkLst>
          <pc:docMk/>
          <pc:sldMk cId="1524924969" sldId="355"/>
        </pc:sldMkLst>
      </pc:sldChg>
      <pc:sldChg chg="new del">
        <pc:chgData name="Hartman, Lucas" userId="54df504d-6b26-4972-93dd-c21e09d4490b" providerId="ADAL" clId="{DA797BB2-F189-4808-BF03-EC6D040664BC}" dt="2026-01-29T14:31:56.509" v="106103" actId="680"/>
        <pc:sldMkLst>
          <pc:docMk/>
          <pc:sldMk cId="1331131371" sldId="3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A21560-1929-4DD1-94DC-AC1181AC876A}"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442A3-8FE8-41A5-941B-C64E68CC5D5C}" type="slidenum">
              <a:rPr lang="en-US" smtClean="0"/>
              <a:t>‹#›</a:t>
            </a:fld>
            <a:endParaRPr lang="en-US"/>
          </a:p>
        </p:txBody>
      </p:sp>
    </p:spTree>
    <p:extLst>
      <p:ext uri="{BB962C8B-B14F-4D97-AF65-F5344CB8AC3E}">
        <p14:creationId xmlns:p14="http://schemas.microsoft.com/office/powerpoint/2010/main" val="1546361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FE86BEE7-CAF5-419F-B16A-DEA80DCA68C3}"/>
              </a:ext>
            </a:extLst>
          </p:cNvPr>
          <p:cNvSpPr/>
          <p:nvPr userDrawn="1"/>
        </p:nvSpPr>
        <p:spPr>
          <a:xfrm>
            <a:off x="0" y="4777398"/>
            <a:ext cx="5960125" cy="2080602"/>
          </a:xfrm>
          <a:prstGeom prst="rect">
            <a:avLst/>
          </a:prstGeom>
          <a:blipFill dpi="0" rotWithShape="1">
            <a:blip r:embed="rId2">
              <a:alphaModFix amt="50000"/>
              <a:extLst>
                <a:ext uri="{28A0092B-C50C-407E-A947-70E740481C1C}">
                  <a14:useLocalDpi xmlns:a14="http://schemas.microsoft.com/office/drawing/2010/main" val="0"/>
                </a:ext>
              </a:extLst>
            </a:blip>
            <a:srcRect/>
            <a:stretch>
              <a:fillRect b="-1494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E2690CF-4A08-4FE7-BE90-E14D6CFC9B7C}"/>
              </a:ext>
            </a:extLst>
          </p:cNvPr>
          <p:cNvSpPr/>
          <p:nvPr userDrawn="1"/>
        </p:nvSpPr>
        <p:spPr>
          <a:xfrm rot="10800000">
            <a:off x="5960123" y="4726693"/>
            <a:ext cx="6231875" cy="2131307"/>
          </a:xfrm>
          <a:prstGeom prst="rect">
            <a:avLst/>
          </a:prstGeom>
          <a:blipFill dpi="0" rotWithShape="1">
            <a:blip r:embed="rId3">
              <a:alphaModFix amt="50000"/>
              <a:extLst>
                <a:ext uri="{28A0092B-C50C-407E-A947-70E740481C1C}">
                  <a14:useLocalDpi xmlns:a14="http://schemas.microsoft.com/office/drawing/2010/main" val="0"/>
                </a:ext>
              </a:extLst>
            </a:blip>
            <a:srcRect/>
            <a:stretch>
              <a:fillRect t="-1732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B5FFE8-97A3-4F5F-B323-571FCA8DA25A}"/>
              </a:ext>
            </a:extLst>
          </p:cNvPr>
          <p:cNvSpPr>
            <a:spLocks noGrp="1"/>
          </p:cNvSpPr>
          <p:nvPr userDrawn="1">
            <p:ph type="ctrTitle"/>
          </p:nvPr>
        </p:nvSpPr>
        <p:spPr>
          <a:xfrm>
            <a:off x="266700" y="1381734"/>
            <a:ext cx="11658600" cy="2233612"/>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28D608D-1BF4-455A-946A-5F936FD81A70}"/>
              </a:ext>
            </a:extLst>
          </p:cNvPr>
          <p:cNvSpPr>
            <a:spLocks noGrp="1"/>
          </p:cNvSpPr>
          <p:nvPr userDrawn="1">
            <p:ph type="subTitle" idx="1"/>
          </p:nvPr>
        </p:nvSpPr>
        <p:spPr>
          <a:xfrm>
            <a:off x="266700" y="3777270"/>
            <a:ext cx="11658600" cy="1023939"/>
          </a:xfrm>
        </p:spPr>
        <p:txBody>
          <a:bodyPr/>
          <a:lstStyle>
            <a:lvl1pPr marL="0" indent="0" algn="ctr">
              <a:buNone/>
              <a:defRPr sz="2400">
                <a:latin typeface="Intro Light"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7" name="Picture 26">
            <a:extLst>
              <a:ext uri="{FF2B5EF4-FFF2-40B4-BE49-F238E27FC236}">
                <a16:creationId xmlns:a16="http://schemas.microsoft.com/office/drawing/2014/main" id="{1CA14235-CF7B-4B1F-8B88-31805FAFF47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4" y="262414"/>
            <a:ext cx="2810260" cy="768138"/>
          </a:xfrm>
          <a:prstGeom prst="rect">
            <a:avLst/>
          </a:prstGeom>
        </p:spPr>
      </p:pic>
    </p:spTree>
    <p:extLst>
      <p:ext uri="{BB962C8B-B14F-4D97-AF65-F5344CB8AC3E}">
        <p14:creationId xmlns:p14="http://schemas.microsoft.com/office/powerpoint/2010/main" val="22511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429FFC-D3C2-4932-826C-C50E9D52BB49}"/>
              </a:ext>
            </a:extLst>
          </p:cNvPr>
          <p:cNvSpPr/>
          <p:nvPr userDrawn="1"/>
        </p:nvSpPr>
        <p:spPr>
          <a:xfrm>
            <a:off x="0" y="5532437"/>
            <a:ext cx="5960125" cy="1325563"/>
          </a:xfrm>
          <a:prstGeom prst="rect">
            <a:avLst/>
          </a:prstGeom>
          <a:blipFill dpi="0" rotWithShape="1">
            <a:blip r:embed="rId2">
              <a:alphaModFix amt="25000"/>
              <a:extLst>
                <a:ext uri="{28A0092B-C50C-407E-A947-70E740481C1C}">
                  <a14:useLocalDpi xmlns:a14="http://schemas.microsoft.com/office/drawing/2010/main" val="0"/>
                </a:ext>
              </a:extLst>
            </a:blip>
            <a:srcRect/>
            <a:stretch>
              <a:fillRect t="-1" b="-8041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EE888AC-6FC4-41E4-B0C7-BC3FC6F2F3E8}"/>
              </a:ext>
            </a:extLst>
          </p:cNvPr>
          <p:cNvSpPr/>
          <p:nvPr userDrawn="1"/>
        </p:nvSpPr>
        <p:spPr>
          <a:xfrm rot="10800000">
            <a:off x="5960121" y="5532436"/>
            <a:ext cx="6231875" cy="1325563"/>
          </a:xfrm>
          <a:prstGeom prst="rect">
            <a:avLst/>
          </a:prstGeom>
          <a:blipFill dpi="0" rotWithShape="1">
            <a:blip r:embed="rId3">
              <a:alphaModFix amt="25000"/>
              <a:extLst>
                <a:ext uri="{28A0092B-C50C-407E-A947-70E740481C1C}">
                  <a14:useLocalDpi xmlns:a14="http://schemas.microsoft.com/office/drawing/2010/main" val="0"/>
                </a:ext>
              </a:extLst>
            </a:blip>
            <a:srcRect/>
            <a:stretch>
              <a:fillRect t="-8864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8DCC8DB-1863-4F46-8C14-8006763135EF}"/>
              </a:ext>
            </a:extLst>
          </p:cNvPr>
          <p:cNvSpPr>
            <a:spLocks noGrp="1"/>
          </p:cNvSpPr>
          <p:nvPr>
            <p:ph type="title"/>
          </p:nvPr>
        </p:nvSpPr>
        <p:spPr>
          <a:xfrm>
            <a:off x="1181100" y="365125"/>
            <a:ext cx="101727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A2B8685E-9D55-4AED-80F4-F1B1F64B85A7}"/>
              </a:ext>
            </a:extLst>
          </p:cNvPr>
          <p:cNvSpPr>
            <a:spLocks noGrp="1"/>
          </p:cNvSpPr>
          <p:nvPr>
            <p:ph idx="1"/>
          </p:nvPr>
        </p:nvSpPr>
        <p:spPr>
          <a:xfrm>
            <a:off x="1181100" y="1825625"/>
            <a:ext cx="101727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a:extLst>
              <a:ext uri="{FF2B5EF4-FFF2-40B4-BE49-F238E27FC236}">
                <a16:creationId xmlns:a16="http://schemas.microsoft.com/office/drawing/2014/main" id="{61EB0088-9B57-499E-8905-F9408D880C0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3" y="390216"/>
            <a:ext cx="513713" cy="519421"/>
          </a:xfrm>
          <a:prstGeom prst="rect">
            <a:avLst/>
          </a:prstGeom>
        </p:spPr>
      </p:pic>
    </p:spTree>
    <p:extLst>
      <p:ext uri="{BB962C8B-B14F-4D97-AF65-F5344CB8AC3E}">
        <p14:creationId xmlns:p14="http://schemas.microsoft.com/office/powerpoint/2010/main" val="146531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376F0B0-52A9-415E-BDDD-6C6AC9110DF9}"/>
              </a:ext>
            </a:extLst>
          </p:cNvPr>
          <p:cNvSpPr/>
          <p:nvPr userDrawn="1"/>
        </p:nvSpPr>
        <p:spPr>
          <a:xfrm>
            <a:off x="0" y="5532437"/>
            <a:ext cx="5960125" cy="1325563"/>
          </a:xfrm>
          <a:prstGeom prst="rect">
            <a:avLst/>
          </a:prstGeom>
          <a:blipFill dpi="0" rotWithShape="1">
            <a:blip r:embed="rId2">
              <a:alphaModFix amt="25000"/>
              <a:extLst>
                <a:ext uri="{28A0092B-C50C-407E-A947-70E740481C1C}">
                  <a14:useLocalDpi xmlns:a14="http://schemas.microsoft.com/office/drawing/2010/main" val="0"/>
                </a:ext>
              </a:extLst>
            </a:blip>
            <a:srcRect/>
            <a:stretch>
              <a:fillRect t="-1" b="-8041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D30C7C9-8675-4FB5-9B44-91DC8149DD51}"/>
              </a:ext>
            </a:extLst>
          </p:cNvPr>
          <p:cNvSpPr/>
          <p:nvPr userDrawn="1"/>
        </p:nvSpPr>
        <p:spPr>
          <a:xfrm rot="10800000">
            <a:off x="5960121" y="5532436"/>
            <a:ext cx="6231875" cy="1325563"/>
          </a:xfrm>
          <a:prstGeom prst="rect">
            <a:avLst/>
          </a:prstGeom>
          <a:blipFill dpi="0" rotWithShape="1">
            <a:blip r:embed="rId3">
              <a:alphaModFix amt="25000"/>
              <a:extLst>
                <a:ext uri="{28A0092B-C50C-407E-A947-70E740481C1C}">
                  <a14:useLocalDpi xmlns:a14="http://schemas.microsoft.com/office/drawing/2010/main" val="0"/>
                </a:ext>
              </a:extLst>
            </a:blip>
            <a:srcRect/>
            <a:stretch>
              <a:fillRect t="-8864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9AFDE69-FA51-465E-8031-A8B9CE7F95DD}"/>
              </a:ext>
            </a:extLst>
          </p:cNvPr>
          <p:cNvSpPr>
            <a:spLocks noGrp="1"/>
          </p:cNvSpPr>
          <p:nvPr>
            <p:ph type="title"/>
          </p:nvPr>
        </p:nvSpPr>
        <p:spPr>
          <a:xfrm>
            <a:off x="831849" y="1219200"/>
            <a:ext cx="11102975" cy="2362200"/>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9256B05F-FD14-4BF4-8D8D-9CE477E8D129}"/>
              </a:ext>
            </a:extLst>
          </p:cNvPr>
          <p:cNvSpPr>
            <a:spLocks noGrp="1"/>
          </p:cNvSpPr>
          <p:nvPr>
            <p:ph type="body" idx="1"/>
          </p:nvPr>
        </p:nvSpPr>
        <p:spPr>
          <a:xfrm>
            <a:off x="831850" y="3608388"/>
            <a:ext cx="11102974" cy="1500187"/>
          </a:xfrm>
        </p:spPr>
        <p:txBody>
          <a:bodyPr/>
          <a:lstStyle>
            <a:lvl1pPr marL="0" indent="0">
              <a:buNone/>
              <a:defRPr sz="2400">
                <a:solidFill>
                  <a:schemeClr val="bg2">
                    <a:lumMod val="25000"/>
                  </a:schemeClr>
                </a:solidFill>
                <a:latin typeface="Intro Light" panose="02000000000000000000" pitchFamily="50"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pic>
        <p:nvPicPr>
          <p:cNvPr id="10" name="Picture 9">
            <a:extLst>
              <a:ext uri="{FF2B5EF4-FFF2-40B4-BE49-F238E27FC236}">
                <a16:creationId xmlns:a16="http://schemas.microsoft.com/office/drawing/2014/main" id="{12B3D0E6-F047-498B-A642-C408BE5C518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3" y="390216"/>
            <a:ext cx="513713" cy="519421"/>
          </a:xfrm>
          <a:prstGeom prst="rect">
            <a:avLst/>
          </a:prstGeom>
        </p:spPr>
      </p:pic>
    </p:spTree>
    <p:extLst>
      <p:ext uri="{BB962C8B-B14F-4D97-AF65-F5344CB8AC3E}">
        <p14:creationId xmlns:p14="http://schemas.microsoft.com/office/powerpoint/2010/main" val="837695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0BFF7F9-243E-4243-8C78-D3B003593337}"/>
              </a:ext>
            </a:extLst>
          </p:cNvPr>
          <p:cNvSpPr/>
          <p:nvPr userDrawn="1"/>
        </p:nvSpPr>
        <p:spPr>
          <a:xfrm>
            <a:off x="0" y="5532437"/>
            <a:ext cx="5960125" cy="1325563"/>
          </a:xfrm>
          <a:prstGeom prst="rect">
            <a:avLst/>
          </a:prstGeom>
          <a:blipFill dpi="0" rotWithShape="1">
            <a:blip r:embed="rId2">
              <a:alphaModFix amt="25000"/>
              <a:extLst>
                <a:ext uri="{28A0092B-C50C-407E-A947-70E740481C1C}">
                  <a14:useLocalDpi xmlns:a14="http://schemas.microsoft.com/office/drawing/2010/main" val="0"/>
                </a:ext>
              </a:extLst>
            </a:blip>
            <a:srcRect/>
            <a:stretch>
              <a:fillRect t="-1" b="-8041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6406C3C-002F-458B-89F0-883784178012}"/>
              </a:ext>
            </a:extLst>
          </p:cNvPr>
          <p:cNvSpPr/>
          <p:nvPr userDrawn="1"/>
        </p:nvSpPr>
        <p:spPr>
          <a:xfrm rot="10800000">
            <a:off x="5960121" y="5532436"/>
            <a:ext cx="6231875" cy="1325563"/>
          </a:xfrm>
          <a:prstGeom prst="rect">
            <a:avLst/>
          </a:prstGeom>
          <a:blipFill dpi="0" rotWithShape="1">
            <a:blip r:embed="rId3">
              <a:alphaModFix amt="25000"/>
              <a:extLst>
                <a:ext uri="{28A0092B-C50C-407E-A947-70E740481C1C}">
                  <a14:useLocalDpi xmlns:a14="http://schemas.microsoft.com/office/drawing/2010/main" val="0"/>
                </a:ext>
              </a:extLst>
            </a:blip>
            <a:srcRect/>
            <a:stretch>
              <a:fillRect t="-8864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D5A4B6-0C7A-4D6B-867E-D0A9EB0F866B}"/>
              </a:ext>
            </a:extLst>
          </p:cNvPr>
          <p:cNvSpPr>
            <a:spLocks noGrp="1"/>
          </p:cNvSpPr>
          <p:nvPr>
            <p:ph type="title"/>
          </p:nvPr>
        </p:nvSpPr>
        <p:spPr>
          <a:xfrm>
            <a:off x="1176528" y="365125"/>
            <a:ext cx="10177272" cy="94932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F10496E-328F-46FD-AFCD-3EAB7EFC53AB}"/>
              </a:ext>
            </a:extLst>
          </p:cNvPr>
          <p:cNvSpPr>
            <a:spLocks noGrp="1"/>
          </p:cNvSpPr>
          <p:nvPr>
            <p:ph sz="half" idx="1"/>
          </p:nvPr>
        </p:nvSpPr>
        <p:spPr>
          <a:xfrm>
            <a:off x="1176528" y="1552575"/>
            <a:ext cx="4843272" cy="41433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493417A-0498-4636-9802-A1E62C15E66F}"/>
              </a:ext>
            </a:extLst>
          </p:cNvPr>
          <p:cNvSpPr>
            <a:spLocks noGrp="1"/>
          </p:cNvSpPr>
          <p:nvPr>
            <p:ph sz="half" idx="2"/>
          </p:nvPr>
        </p:nvSpPr>
        <p:spPr>
          <a:xfrm>
            <a:off x="6172202" y="1552575"/>
            <a:ext cx="5181598" cy="41433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a:extLst>
              <a:ext uri="{FF2B5EF4-FFF2-40B4-BE49-F238E27FC236}">
                <a16:creationId xmlns:a16="http://schemas.microsoft.com/office/drawing/2014/main" id="{1D303174-B021-4DE8-B6BC-00313E78F79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3" y="390216"/>
            <a:ext cx="513713" cy="519421"/>
          </a:xfrm>
          <a:prstGeom prst="rect">
            <a:avLst/>
          </a:prstGeom>
        </p:spPr>
      </p:pic>
    </p:spTree>
    <p:extLst>
      <p:ext uri="{BB962C8B-B14F-4D97-AF65-F5344CB8AC3E}">
        <p14:creationId xmlns:p14="http://schemas.microsoft.com/office/powerpoint/2010/main" val="2001229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4581DE-391D-4AF5-8AC0-79A5C7D9CDA9}"/>
              </a:ext>
            </a:extLst>
          </p:cNvPr>
          <p:cNvSpPr/>
          <p:nvPr userDrawn="1"/>
        </p:nvSpPr>
        <p:spPr>
          <a:xfrm>
            <a:off x="0" y="5532437"/>
            <a:ext cx="5960125" cy="1325563"/>
          </a:xfrm>
          <a:prstGeom prst="rect">
            <a:avLst/>
          </a:prstGeom>
          <a:blipFill dpi="0" rotWithShape="1">
            <a:blip r:embed="rId2">
              <a:alphaModFix amt="25000"/>
              <a:extLst>
                <a:ext uri="{28A0092B-C50C-407E-A947-70E740481C1C}">
                  <a14:useLocalDpi xmlns:a14="http://schemas.microsoft.com/office/drawing/2010/main" val="0"/>
                </a:ext>
              </a:extLst>
            </a:blip>
            <a:srcRect/>
            <a:stretch>
              <a:fillRect t="-1" b="-8041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19D1C13-B2C9-4139-AFC5-3E9E8077C825}"/>
              </a:ext>
            </a:extLst>
          </p:cNvPr>
          <p:cNvSpPr/>
          <p:nvPr userDrawn="1"/>
        </p:nvSpPr>
        <p:spPr>
          <a:xfrm rot="10800000">
            <a:off x="5960121" y="5532436"/>
            <a:ext cx="6231875" cy="1325563"/>
          </a:xfrm>
          <a:prstGeom prst="rect">
            <a:avLst/>
          </a:prstGeom>
          <a:blipFill dpi="0" rotWithShape="1">
            <a:blip r:embed="rId3">
              <a:alphaModFix amt="25000"/>
              <a:extLst>
                <a:ext uri="{28A0092B-C50C-407E-A947-70E740481C1C}">
                  <a14:useLocalDpi xmlns:a14="http://schemas.microsoft.com/office/drawing/2010/main" val="0"/>
                </a:ext>
              </a:extLst>
            </a:blip>
            <a:srcRect/>
            <a:stretch>
              <a:fillRect t="-8864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6A7137C-739B-4FCC-A7FB-460B8A7DB652}"/>
              </a:ext>
            </a:extLst>
          </p:cNvPr>
          <p:cNvSpPr>
            <a:spLocks noGrp="1"/>
          </p:cNvSpPr>
          <p:nvPr>
            <p:ph type="title"/>
          </p:nvPr>
        </p:nvSpPr>
        <p:spPr>
          <a:xfrm>
            <a:off x="1174940" y="365125"/>
            <a:ext cx="10177272" cy="9509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23D8A7-0808-42AF-84B4-C5BF0102884B}"/>
              </a:ext>
            </a:extLst>
          </p:cNvPr>
          <p:cNvSpPr>
            <a:spLocks noGrp="1"/>
          </p:cNvSpPr>
          <p:nvPr>
            <p:ph type="body" idx="1"/>
          </p:nvPr>
        </p:nvSpPr>
        <p:spPr>
          <a:xfrm>
            <a:off x="1174940" y="1681163"/>
            <a:ext cx="482263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2EFC779-9E08-4924-91C0-C9E06E97DC6C}"/>
              </a:ext>
            </a:extLst>
          </p:cNvPr>
          <p:cNvSpPr>
            <a:spLocks noGrp="1"/>
          </p:cNvSpPr>
          <p:nvPr>
            <p:ph sz="half" idx="2"/>
          </p:nvPr>
        </p:nvSpPr>
        <p:spPr>
          <a:xfrm>
            <a:off x="1174940" y="2505075"/>
            <a:ext cx="4822635"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67B143-C822-41B4-9130-CB8E044B9AF2}"/>
              </a:ext>
            </a:extLst>
          </p:cNvPr>
          <p:cNvSpPr>
            <a:spLocks noGrp="1"/>
          </p:cNvSpPr>
          <p:nvPr>
            <p:ph type="body" sz="quarter" idx="3"/>
          </p:nvPr>
        </p:nvSpPr>
        <p:spPr>
          <a:xfrm>
            <a:off x="6194428" y="1681163"/>
            <a:ext cx="51609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44A1E92-8D76-489D-BB0C-199AA38FF67E}"/>
              </a:ext>
            </a:extLst>
          </p:cNvPr>
          <p:cNvSpPr>
            <a:spLocks noGrp="1"/>
          </p:cNvSpPr>
          <p:nvPr>
            <p:ph sz="quarter" idx="4"/>
          </p:nvPr>
        </p:nvSpPr>
        <p:spPr>
          <a:xfrm>
            <a:off x="6194428" y="2505075"/>
            <a:ext cx="516096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6D3B9C88-5804-4FDC-B7F5-BDBD0348E64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3" y="390216"/>
            <a:ext cx="513713" cy="519421"/>
          </a:xfrm>
          <a:prstGeom prst="rect">
            <a:avLst/>
          </a:prstGeom>
        </p:spPr>
      </p:pic>
    </p:spTree>
    <p:extLst>
      <p:ext uri="{BB962C8B-B14F-4D97-AF65-F5344CB8AC3E}">
        <p14:creationId xmlns:p14="http://schemas.microsoft.com/office/powerpoint/2010/main" val="4157123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C6F83720-A64F-4A58-A5BC-1B9715C131E0}"/>
              </a:ext>
            </a:extLst>
          </p:cNvPr>
          <p:cNvSpPr/>
          <p:nvPr userDrawn="1"/>
        </p:nvSpPr>
        <p:spPr>
          <a:xfrm>
            <a:off x="0" y="4777398"/>
            <a:ext cx="5960125" cy="2080602"/>
          </a:xfrm>
          <a:prstGeom prst="rect">
            <a:avLst/>
          </a:prstGeom>
          <a:blipFill dpi="0" rotWithShape="1">
            <a:blip r:embed="rId2">
              <a:alphaModFix amt="50000"/>
              <a:extLst>
                <a:ext uri="{28A0092B-C50C-407E-A947-70E740481C1C}">
                  <a14:useLocalDpi xmlns:a14="http://schemas.microsoft.com/office/drawing/2010/main" val="0"/>
                </a:ext>
              </a:extLst>
            </a:blip>
            <a:srcRect/>
            <a:stretch>
              <a:fillRect b="-1494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98C010B-9BA1-41E1-BFD8-FDF4E5D30D68}"/>
              </a:ext>
            </a:extLst>
          </p:cNvPr>
          <p:cNvSpPr/>
          <p:nvPr userDrawn="1"/>
        </p:nvSpPr>
        <p:spPr>
          <a:xfrm rot="10800000">
            <a:off x="5960123" y="4726693"/>
            <a:ext cx="6231875" cy="2131307"/>
          </a:xfrm>
          <a:prstGeom prst="rect">
            <a:avLst/>
          </a:prstGeom>
          <a:blipFill dpi="0" rotWithShape="1">
            <a:blip r:embed="rId3">
              <a:alphaModFix amt="50000"/>
              <a:extLst>
                <a:ext uri="{28A0092B-C50C-407E-A947-70E740481C1C}">
                  <a14:useLocalDpi xmlns:a14="http://schemas.microsoft.com/office/drawing/2010/main" val="0"/>
                </a:ext>
              </a:extLst>
            </a:blip>
            <a:srcRect/>
            <a:stretch>
              <a:fillRect t="-1732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AF8C78A-4AF7-47A5-88E0-BCE915BA8939}"/>
              </a:ext>
            </a:extLst>
          </p:cNvPr>
          <p:cNvSpPr>
            <a:spLocks noGrp="1"/>
          </p:cNvSpPr>
          <p:nvPr>
            <p:ph type="title"/>
          </p:nvPr>
        </p:nvSpPr>
        <p:spPr>
          <a:xfrm>
            <a:off x="1007364" y="288512"/>
            <a:ext cx="10177272" cy="3216275"/>
          </a:xfrm>
        </p:spPr>
        <p:txBody>
          <a:bodyPr anchor="b"/>
          <a:lstStyle>
            <a:lvl1pPr algn="ctr">
              <a:defRPr/>
            </a:lvl1pPr>
          </a:lstStyle>
          <a:p>
            <a:r>
              <a:rPr lang="en-US" dirty="0"/>
              <a:t>Click to edit Master title style</a:t>
            </a:r>
          </a:p>
        </p:txBody>
      </p:sp>
      <p:pic>
        <p:nvPicPr>
          <p:cNvPr id="9" name="Picture 8">
            <a:extLst>
              <a:ext uri="{FF2B5EF4-FFF2-40B4-BE49-F238E27FC236}">
                <a16:creationId xmlns:a16="http://schemas.microsoft.com/office/drawing/2014/main" id="{735D0358-8763-4DDB-B361-5FDF53D39A8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3" y="390216"/>
            <a:ext cx="513713" cy="519421"/>
          </a:xfrm>
          <a:prstGeom prst="rect">
            <a:avLst/>
          </a:prstGeom>
        </p:spPr>
      </p:pic>
    </p:spTree>
    <p:extLst>
      <p:ext uri="{BB962C8B-B14F-4D97-AF65-F5344CB8AC3E}">
        <p14:creationId xmlns:p14="http://schemas.microsoft.com/office/powerpoint/2010/main" val="334418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DE68C791-EEDD-4B06-AF1A-8A3BECF65C82}"/>
              </a:ext>
            </a:extLst>
          </p:cNvPr>
          <p:cNvSpPr/>
          <p:nvPr userDrawn="1"/>
        </p:nvSpPr>
        <p:spPr>
          <a:xfrm>
            <a:off x="0" y="4777398"/>
            <a:ext cx="5960125" cy="2080602"/>
          </a:xfrm>
          <a:prstGeom prst="rect">
            <a:avLst/>
          </a:prstGeom>
          <a:blipFill dpi="0" rotWithShape="1">
            <a:blip r:embed="rId2">
              <a:alphaModFix amt="50000"/>
              <a:extLst>
                <a:ext uri="{28A0092B-C50C-407E-A947-70E740481C1C}">
                  <a14:useLocalDpi xmlns:a14="http://schemas.microsoft.com/office/drawing/2010/main" val="0"/>
                </a:ext>
              </a:extLst>
            </a:blip>
            <a:srcRect/>
            <a:stretch>
              <a:fillRect b="-1494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F787EE4-BCA2-465C-9B98-91AA0F437DB3}"/>
              </a:ext>
            </a:extLst>
          </p:cNvPr>
          <p:cNvSpPr/>
          <p:nvPr userDrawn="1"/>
        </p:nvSpPr>
        <p:spPr>
          <a:xfrm rot="10800000">
            <a:off x="5960123" y="4726693"/>
            <a:ext cx="6231875" cy="2131307"/>
          </a:xfrm>
          <a:prstGeom prst="rect">
            <a:avLst/>
          </a:prstGeom>
          <a:blipFill dpi="0" rotWithShape="1">
            <a:blip r:embed="rId3">
              <a:alphaModFix amt="50000"/>
              <a:extLst>
                <a:ext uri="{28A0092B-C50C-407E-A947-70E740481C1C}">
                  <a14:useLocalDpi xmlns:a14="http://schemas.microsoft.com/office/drawing/2010/main" val="0"/>
                </a:ext>
              </a:extLst>
            </a:blip>
            <a:srcRect/>
            <a:stretch>
              <a:fillRect t="-1732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66C33FBD-37BF-4BD1-87AF-4087E232015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3" y="390216"/>
            <a:ext cx="513713" cy="519421"/>
          </a:xfrm>
          <a:prstGeom prst="rect">
            <a:avLst/>
          </a:prstGeom>
        </p:spPr>
      </p:pic>
    </p:spTree>
    <p:extLst>
      <p:ext uri="{BB962C8B-B14F-4D97-AF65-F5344CB8AC3E}">
        <p14:creationId xmlns:p14="http://schemas.microsoft.com/office/powerpoint/2010/main" val="906721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4199BC5-9D4E-43BF-A02C-A547194F8182}"/>
              </a:ext>
            </a:extLst>
          </p:cNvPr>
          <p:cNvSpPr/>
          <p:nvPr userDrawn="1"/>
        </p:nvSpPr>
        <p:spPr>
          <a:xfrm>
            <a:off x="0" y="5532437"/>
            <a:ext cx="5960125" cy="1325563"/>
          </a:xfrm>
          <a:prstGeom prst="rect">
            <a:avLst/>
          </a:prstGeom>
          <a:blipFill dpi="0" rotWithShape="1">
            <a:blip r:embed="rId2">
              <a:alphaModFix amt="25000"/>
              <a:extLst>
                <a:ext uri="{28A0092B-C50C-407E-A947-70E740481C1C}">
                  <a14:useLocalDpi xmlns:a14="http://schemas.microsoft.com/office/drawing/2010/main" val="0"/>
                </a:ext>
              </a:extLst>
            </a:blip>
            <a:srcRect/>
            <a:stretch>
              <a:fillRect t="-1" b="-8041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96783CA-063C-4CAD-AFC5-05C976443BF8}"/>
              </a:ext>
            </a:extLst>
          </p:cNvPr>
          <p:cNvSpPr/>
          <p:nvPr userDrawn="1"/>
        </p:nvSpPr>
        <p:spPr>
          <a:xfrm rot="10800000">
            <a:off x="5960121" y="5532436"/>
            <a:ext cx="6231875" cy="1325563"/>
          </a:xfrm>
          <a:prstGeom prst="rect">
            <a:avLst/>
          </a:prstGeom>
          <a:blipFill dpi="0" rotWithShape="1">
            <a:blip r:embed="rId3">
              <a:alphaModFix amt="25000"/>
              <a:extLst>
                <a:ext uri="{28A0092B-C50C-407E-A947-70E740481C1C}">
                  <a14:useLocalDpi xmlns:a14="http://schemas.microsoft.com/office/drawing/2010/main" val="0"/>
                </a:ext>
              </a:extLst>
            </a:blip>
            <a:srcRect/>
            <a:stretch>
              <a:fillRect t="-8864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643DC10-A2BD-4783-80A5-23F85CC27F49}"/>
              </a:ext>
            </a:extLst>
          </p:cNvPr>
          <p:cNvSpPr>
            <a:spLocks noGrp="1"/>
          </p:cNvSpPr>
          <p:nvPr>
            <p:ph type="title"/>
          </p:nvPr>
        </p:nvSpPr>
        <p:spPr>
          <a:xfrm>
            <a:off x="1042987"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41E3B2-2EB5-461B-BEDE-B1DB4484AA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7219B8FA-2A2C-4A53-9A1E-98AAFCCC6F4D}"/>
              </a:ext>
            </a:extLst>
          </p:cNvPr>
          <p:cNvSpPr>
            <a:spLocks noGrp="1"/>
          </p:cNvSpPr>
          <p:nvPr>
            <p:ph type="body" sz="half" idx="2"/>
          </p:nvPr>
        </p:nvSpPr>
        <p:spPr>
          <a:xfrm>
            <a:off x="1042987"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3" name="Picture 12">
            <a:extLst>
              <a:ext uri="{FF2B5EF4-FFF2-40B4-BE49-F238E27FC236}">
                <a16:creationId xmlns:a16="http://schemas.microsoft.com/office/drawing/2014/main" id="{31711EA9-1F10-43CB-AF2C-4754BAEB508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3" y="390216"/>
            <a:ext cx="513713" cy="519421"/>
          </a:xfrm>
          <a:prstGeom prst="rect">
            <a:avLst/>
          </a:prstGeom>
        </p:spPr>
      </p:pic>
    </p:spTree>
    <p:extLst>
      <p:ext uri="{BB962C8B-B14F-4D97-AF65-F5344CB8AC3E}">
        <p14:creationId xmlns:p14="http://schemas.microsoft.com/office/powerpoint/2010/main" val="339818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F6436B1-97C6-4B73-A082-7D78DB820115}"/>
              </a:ext>
            </a:extLst>
          </p:cNvPr>
          <p:cNvSpPr/>
          <p:nvPr userDrawn="1"/>
        </p:nvSpPr>
        <p:spPr>
          <a:xfrm>
            <a:off x="0" y="5532437"/>
            <a:ext cx="5960125" cy="1325563"/>
          </a:xfrm>
          <a:prstGeom prst="rect">
            <a:avLst/>
          </a:prstGeom>
          <a:blipFill dpi="0" rotWithShape="1">
            <a:blip r:embed="rId2">
              <a:alphaModFix amt="25000"/>
              <a:extLst>
                <a:ext uri="{28A0092B-C50C-407E-A947-70E740481C1C}">
                  <a14:useLocalDpi xmlns:a14="http://schemas.microsoft.com/office/drawing/2010/main" val="0"/>
                </a:ext>
              </a:extLst>
            </a:blip>
            <a:srcRect/>
            <a:stretch>
              <a:fillRect t="-1" b="-8041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C78AC63-6274-4558-8904-89260A26554A}"/>
              </a:ext>
            </a:extLst>
          </p:cNvPr>
          <p:cNvSpPr/>
          <p:nvPr userDrawn="1"/>
        </p:nvSpPr>
        <p:spPr>
          <a:xfrm rot="10800000">
            <a:off x="5960121" y="5532436"/>
            <a:ext cx="6231875" cy="1325563"/>
          </a:xfrm>
          <a:prstGeom prst="rect">
            <a:avLst/>
          </a:prstGeom>
          <a:blipFill dpi="0" rotWithShape="1">
            <a:blip r:embed="rId3">
              <a:alphaModFix amt="25000"/>
              <a:extLst>
                <a:ext uri="{28A0092B-C50C-407E-A947-70E740481C1C}">
                  <a14:useLocalDpi xmlns:a14="http://schemas.microsoft.com/office/drawing/2010/main" val="0"/>
                </a:ext>
              </a:extLst>
            </a:blip>
            <a:srcRect/>
            <a:stretch>
              <a:fillRect t="-8864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4C0E9BF-DCE6-44E7-BDFA-FD7C8967CB41}"/>
              </a:ext>
            </a:extLst>
          </p:cNvPr>
          <p:cNvSpPr>
            <a:spLocks noGrp="1"/>
          </p:cNvSpPr>
          <p:nvPr>
            <p:ph type="title"/>
          </p:nvPr>
        </p:nvSpPr>
        <p:spPr>
          <a:xfrm>
            <a:off x="1042416"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FBD252-4412-4655-AC19-19A147A14E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1024B7-B72A-43BE-9C0D-2D8E5C276F4C}"/>
              </a:ext>
            </a:extLst>
          </p:cNvPr>
          <p:cNvSpPr>
            <a:spLocks noGrp="1"/>
          </p:cNvSpPr>
          <p:nvPr>
            <p:ph type="body" sz="half" idx="2"/>
          </p:nvPr>
        </p:nvSpPr>
        <p:spPr>
          <a:xfrm>
            <a:off x="104241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3" name="Picture 12">
            <a:extLst>
              <a:ext uri="{FF2B5EF4-FFF2-40B4-BE49-F238E27FC236}">
                <a16:creationId xmlns:a16="http://schemas.microsoft.com/office/drawing/2014/main" id="{08F8FEA5-8A8C-43A3-9233-939FB64E17B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3" y="390216"/>
            <a:ext cx="513713" cy="519421"/>
          </a:xfrm>
          <a:prstGeom prst="rect">
            <a:avLst/>
          </a:prstGeom>
        </p:spPr>
      </p:pic>
    </p:spTree>
    <p:extLst>
      <p:ext uri="{BB962C8B-B14F-4D97-AF65-F5344CB8AC3E}">
        <p14:creationId xmlns:p14="http://schemas.microsoft.com/office/powerpoint/2010/main" val="1662627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91B9AB-0584-476D-95F0-F190C5DB8D08}"/>
              </a:ext>
            </a:extLst>
          </p:cNvPr>
          <p:cNvSpPr/>
          <p:nvPr userDrawn="1"/>
        </p:nvSpPr>
        <p:spPr>
          <a:xfrm>
            <a:off x="0" y="5532437"/>
            <a:ext cx="5960125" cy="1325563"/>
          </a:xfrm>
          <a:prstGeom prst="rect">
            <a:avLst/>
          </a:prstGeom>
          <a:blipFill dpi="0" rotWithShape="1">
            <a:blip r:embed="rId2">
              <a:alphaModFix amt="25000"/>
              <a:extLst>
                <a:ext uri="{28A0092B-C50C-407E-A947-70E740481C1C}">
                  <a14:useLocalDpi xmlns:a14="http://schemas.microsoft.com/office/drawing/2010/main" val="0"/>
                </a:ext>
              </a:extLst>
            </a:blip>
            <a:srcRect/>
            <a:stretch>
              <a:fillRect t="-1" b="-8041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BB13896-D1FA-4DA8-8DCA-19E54095DEDA}"/>
              </a:ext>
            </a:extLst>
          </p:cNvPr>
          <p:cNvSpPr/>
          <p:nvPr userDrawn="1"/>
        </p:nvSpPr>
        <p:spPr>
          <a:xfrm rot="10800000">
            <a:off x="5960121" y="5532436"/>
            <a:ext cx="6231875" cy="1325563"/>
          </a:xfrm>
          <a:prstGeom prst="rect">
            <a:avLst/>
          </a:prstGeom>
          <a:blipFill dpi="0" rotWithShape="1">
            <a:blip r:embed="rId3">
              <a:alphaModFix amt="25000"/>
              <a:extLst>
                <a:ext uri="{28A0092B-C50C-407E-A947-70E740481C1C}">
                  <a14:useLocalDpi xmlns:a14="http://schemas.microsoft.com/office/drawing/2010/main" val="0"/>
                </a:ext>
              </a:extLst>
            </a:blip>
            <a:srcRect/>
            <a:stretch>
              <a:fillRect t="-8864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D7129-1025-4E90-87FB-C88427CDD392}"/>
              </a:ext>
            </a:extLst>
          </p:cNvPr>
          <p:cNvSpPr>
            <a:spLocks noGrp="1"/>
          </p:cNvSpPr>
          <p:nvPr>
            <p:ph type="title"/>
          </p:nvPr>
        </p:nvSpPr>
        <p:spPr>
          <a:xfrm>
            <a:off x="1057274" y="365125"/>
            <a:ext cx="10177272" cy="1325563"/>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4373D8-6EB4-40AA-97B0-3A4D8126A6DC}"/>
              </a:ext>
            </a:extLst>
          </p:cNvPr>
          <p:cNvSpPr>
            <a:spLocks noGrp="1"/>
          </p:cNvSpPr>
          <p:nvPr>
            <p:ph type="body" orient="vert" idx="1"/>
          </p:nvPr>
        </p:nvSpPr>
        <p:spPr>
          <a:xfrm>
            <a:off x="838200" y="1825625"/>
            <a:ext cx="10515600" cy="43513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302D428-9159-4CB4-9240-9ACF55185BD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3" y="390216"/>
            <a:ext cx="513713" cy="519421"/>
          </a:xfrm>
          <a:prstGeom prst="rect">
            <a:avLst/>
          </a:prstGeom>
        </p:spPr>
      </p:pic>
    </p:spTree>
    <p:extLst>
      <p:ext uri="{BB962C8B-B14F-4D97-AF65-F5344CB8AC3E}">
        <p14:creationId xmlns:p14="http://schemas.microsoft.com/office/powerpoint/2010/main" val="3032066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AA756C3-6D05-490B-8E62-1B73F377D00A}"/>
              </a:ext>
            </a:extLst>
          </p:cNvPr>
          <p:cNvSpPr/>
          <p:nvPr userDrawn="1"/>
        </p:nvSpPr>
        <p:spPr>
          <a:xfrm>
            <a:off x="0" y="5532437"/>
            <a:ext cx="5960125" cy="1325563"/>
          </a:xfrm>
          <a:prstGeom prst="rect">
            <a:avLst/>
          </a:prstGeom>
          <a:blipFill dpi="0" rotWithShape="1">
            <a:blip r:embed="rId2">
              <a:alphaModFix amt="25000"/>
              <a:extLst>
                <a:ext uri="{28A0092B-C50C-407E-A947-70E740481C1C}">
                  <a14:useLocalDpi xmlns:a14="http://schemas.microsoft.com/office/drawing/2010/main" val="0"/>
                </a:ext>
              </a:extLst>
            </a:blip>
            <a:srcRect/>
            <a:stretch>
              <a:fillRect t="-1" b="-8041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049F47A-7580-4E34-8D48-F9E0A7D31B50}"/>
              </a:ext>
            </a:extLst>
          </p:cNvPr>
          <p:cNvSpPr/>
          <p:nvPr userDrawn="1"/>
        </p:nvSpPr>
        <p:spPr>
          <a:xfrm rot="10800000">
            <a:off x="5960121" y="5532436"/>
            <a:ext cx="6231875" cy="1325563"/>
          </a:xfrm>
          <a:prstGeom prst="rect">
            <a:avLst/>
          </a:prstGeom>
          <a:blipFill dpi="0" rotWithShape="1">
            <a:blip r:embed="rId3">
              <a:alphaModFix amt="25000"/>
              <a:extLst>
                <a:ext uri="{28A0092B-C50C-407E-A947-70E740481C1C}">
                  <a14:useLocalDpi xmlns:a14="http://schemas.microsoft.com/office/drawing/2010/main" val="0"/>
                </a:ext>
              </a:extLst>
            </a:blip>
            <a:srcRect/>
            <a:stretch>
              <a:fillRect t="-8864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Vertical Title 1">
            <a:extLst>
              <a:ext uri="{FF2B5EF4-FFF2-40B4-BE49-F238E27FC236}">
                <a16:creationId xmlns:a16="http://schemas.microsoft.com/office/drawing/2014/main" id="{74B7C942-A484-454D-A5E8-9ECBA50B0C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1F6C6E-4F31-4C15-8984-CBB6FE0274A2}"/>
              </a:ext>
            </a:extLst>
          </p:cNvPr>
          <p:cNvSpPr>
            <a:spLocks noGrp="1"/>
          </p:cNvSpPr>
          <p:nvPr>
            <p:ph type="body" orient="vert" idx="1"/>
          </p:nvPr>
        </p:nvSpPr>
        <p:spPr>
          <a:xfrm>
            <a:off x="1085850" y="365125"/>
            <a:ext cx="748665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72F6DD1F-DF46-43B1-9575-0AEF8D9B192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2413" y="390216"/>
            <a:ext cx="513713" cy="519421"/>
          </a:xfrm>
          <a:prstGeom prst="rect">
            <a:avLst/>
          </a:prstGeom>
        </p:spPr>
      </p:pic>
    </p:spTree>
    <p:extLst>
      <p:ext uri="{BB962C8B-B14F-4D97-AF65-F5344CB8AC3E}">
        <p14:creationId xmlns:p14="http://schemas.microsoft.com/office/powerpoint/2010/main" val="3518974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5411E7-88B2-420C-9612-DA4AB09C3F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647FCD0-F869-4BB1-B84C-B94353373200}"/>
              </a:ext>
            </a:extLst>
          </p:cNvPr>
          <p:cNvSpPr>
            <a:spLocks noGrp="1"/>
          </p:cNvSpPr>
          <p:nvPr>
            <p:ph type="body" idx="1"/>
          </p:nvPr>
        </p:nvSpPr>
        <p:spPr>
          <a:xfrm>
            <a:off x="838200" y="1825625"/>
            <a:ext cx="10515600" cy="46672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9509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800" kern="1200">
          <a:solidFill>
            <a:srgbClr val="007CBD"/>
          </a:solidFill>
          <a:latin typeface="Intro Bold" panose="02000000000000000000"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2">
              <a:lumMod val="25000"/>
            </a:schemeClr>
          </a:solidFill>
          <a:latin typeface="Adobe Garamond Pro" panose="02020502060506020403" pitchFamily="18" charset="0"/>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200" kern="1200">
          <a:solidFill>
            <a:schemeClr val="bg2">
              <a:lumMod val="25000"/>
            </a:schemeClr>
          </a:solidFill>
          <a:latin typeface="Adobe Garamond Pro" panose="02020502060506020403" pitchFamily="18"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sz="2000" kern="1200">
          <a:solidFill>
            <a:schemeClr val="bg2">
              <a:lumMod val="25000"/>
            </a:schemeClr>
          </a:solidFill>
          <a:latin typeface="Adobe Garamond Pro" panose="020205020605060204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Adobe Garamond Pro" panose="02020502060506020403" pitchFamily="18" charset="0"/>
          <a:ea typeface="+mn-ea"/>
          <a:cs typeface="+mn-cs"/>
        </a:defRPr>
      </a:lvl4pPr>
      <a:lvl5pPr marL="2057400" indent="-228600" algn="l" defTabSz="914400" rtl="0" eaLnBrk="1" latinLnBrk="0" hangingPunct="1">
        <a:lnSpc>
          <a:spcPct val="90000"/>
        </a:lnSpc>
        <a:spcBef>
          <a:spcPts val="500"/>
        </a:spcBef>
        <a:buFont typeface="Courier New" panose="02070309020205020404" pitchFamily="49" charset="0"/>
        <a:buChar char="o"/>
        <a:defRPr sz="1600" kern="1200">
          <a:solidFill>
            <a:schemeClr val="bg2">
              <a:lumMod val="25000"/>
            </a:schemeClr>
          </a:solidFill>
          <a:latin typeface="Adobe Garamond Pro" panose="020205020605060204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sqlitebrowser.org/d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DB60D-668E-44FF-BA61-B56EE8830DC2}"/>
              </a:ext>
            </a:extLst>
          </p:cNvPr>
          <p:cNvSpPr>
            <a:spLocks noGrp="1"/>
          </p:cNvSpPr>
          <p:nvPr>
            <p:ph type="ctrTitle"/>
          </p:nvPr>
        </p:nvSpPr>
        <p:spPr/>
        <p:txBody>
          <a:bodyPr/>
          <a:lstStyle/>
          <a:p>
            <a:r>
              <a:rPr lang="en-US" dirty="0"/>
              <a:t>Databases in Python</a:t>
            </a:r>
          </a:p>
        </p:txBody>
      </p:sp>
      <p:sp>
        <p:nvSpPr>
          <p:cNvPr id="3" name="Subtitle 2">
            <a:extLst>
              <a:ext uri="{FF2B5EF4-FFF2-40B4-BE49-F238E27FC236}">
                <a16:creationId xmlns:a16="http://schemas.microsoft.com/office/drawing/2014/main" id="{4A182FC2-B1F9-4263-A786-D0159CDB7DB7}"/>
              </a:ext>
            </a:extLst>
          </p:cNvPr>
          <p:cNvSpPr>
            <a:spLocks noGrp="1"/>
          </p:cNvSpPr>
          <p:nvPr>
            <p:ph type="subTitle" idx="1"/>
          </p:nvPr>
        </p:nvSpPr>
        <p:spPr/>
        <p:txBody>
          <a:bodyPr/>
          <a:lstStyle/>
          <a:p>
            <a:r>
              <a:rPr lang="en-US" dirty="0"/>
              <a:t>Adv. Python Programming – Module 8</a:t>
            </a:r>
          </a:p>
        </p:txBody>
      </p:sp>
    </p:spTree>
    <p:extLst>
      <p:ext uri="{BB962C8B-B14F-4D97-AF65-F5344CB8AC3E}">
        <p14:creationId xmlns:p14="http://schemas.microsoft.com/office/powerpoint/2010/main" val="2520530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5E9E9-3195-BEFF-D428-A3A399103075}"/>
              </a:ext>
            </a:extLst>
          </p:cNvPr>
          <p:cNvSpPr>
            <a:spLocks noGrp="1"/>
          </p:cNvSpPr>
          <p:nvPr>
            <p:ph type="title"/>
          </p:nvPr>
        </p:nvSpPr>
        <p:spPr/>
        <p:txBody>
          <a:bodyPr/>
          <a:lstStyle/>
          <a:p>
            <a:r>
              <a:rPr lang="en-US" dirty="0"/>
              <a:t>Relational Database</a:t>
            </a:r>
            <a:br>
              <a:rPr lang="en-US" dirty="0"/>
            </a:br>
            <a:r>
              <a:rPr lang="en-US" dirty="0"/>
              <a:t>SQL</a:t>
            </a:r>
          </a:p>
        </p:txBody>
      </p:sp>
      <p:sp>
        <p:nvSpPr>
          <p:cNvPr id="3" name="Text Placeholder 2">
            <a:extLst>
              <a:ext uri="{FF2B5EF4-FFF2-40B4-BE49-F238E27FC236}">
                <a16:creationId xmlns:a16="http://schemas.microsoft.com/office/drawing/2014/main" id="{79814D34-4D2E-1377-706C-B2A0888543BA}"/>
              </a:ext>
            </a:extLst>
          </p:cNvPr>
          <p:cNvSpPr>
            <a:spLocks noGrp="1"/>
          </p:cNvSpPr>
          <p:nvPr>
            <p:ph type="body" idx="1"/>
          </p:nvPr>
        </p:nvSpPr>
        <p:spPr/>
        <p:txBody>
          <a:bodyPr/>
          <a:lstStyle/>
          <a:p>
            <a:r>
              <a:rPr lang="en-US" dirty="0"/>
              <a:t>Adv. Python Programming</a:t>
            </a:r>
          </a:p>
        </p:txBody>
      </p:sp>
    </p:spTree>
    <p:extLst>
      <p:ext uri="{BB962C8B-B14F-4D97-AF65-F5344CB8AC3E}">
        <p14:creationId xmlns:p14="http://schemas.microsoft.com/office/powerpoint/2010/main" val="3519035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F2BC-2BED-8E5F-BEEF-D80E910011CB}"/>
              </a:ext>
            </a:extLst>
          </p:cNvPr>
          <p:cNvSpPr>
            <a:spLocks noGrp="1"/>
          </p:cNvSpPr>
          <p:nvPr>
            <p:ph type="title"/>
          </p:nvPr>
        </p:nvSpPr>
        <p:spPr/>
        <p:txBody>
          <a:bodyPr/>
          <a:lstStyle/>
          <a:p>
            <a:r>
              <a:rPr lang="en-US" dirty="0"/>
              <a:t>What is a relational database?</a:t>
            </a:r>
          </a:p>
        </p:txBody>
      </p:sp>
      <p:sp>
        <p:nvSpPr>
          <p:cNvPr id="3" name="Content Placeholder 2">
            <a:extLst>
              <a:ext uri="{FF2B5EF4-FFF2-40B4-BE49-F238E27FC236}">
                <a16:creationId xmlns:a16="http://schemas.microsoft.com/office/drawing/2014/main" id="{C5CFDF5C-8843-4CDB-4BF7-20BC51F5C6D6}"/>
              </a:ext>
            </a:extLst>
          </p:cNvPr>
          <p:cNvSpPr>
            <a:spLocks noGrp="1"/>
          </p:cNvSpPr>
          <p:nvPr>
            <p:ph idx="1"/>
          </p:nvPr>
        </p:nvSpPr>
        <p:spPr/>
        <p:txBody>
          <a:bodyPr/>
          <a:lstStyle/>
          <a:p>
            <a:r>
              <a:rPr lang="en-US" dirty="0"/>
              <a:t>A relational database stores data in a table structure that provides powerful tools to retrieve data</a:t>
            </a:r>
          </a:p>
          <a:p>
            <a:r>
              <a:rPr lang="en-US" dirty="0"/>
              <a:t>Think of it as a separate application that does all the searching, filtering, and modifications for you</a:t>
            </a:r>
          </a:p>
          <a:p>
            <a:r>
              <a:rPr lang="en-US" dirty="0"/>
              <a:t>It also allows a place to enforce rules to the data and how it is stored</a:t>
            </a:r>
          </a:p>
          <a:p>
            <a:r>
              <a:rPr lang="en-US" dirty="0"/>
              <a:t>Databases are handled in “transactions” and when errors occur you can “rollback” changes</a:t>
            </a:r>
          </a:p>
          <a:p>
            <a:r>
              <a:rPr lang="en-US" dirty="0"/>
              <a:t>Data is organized in tables</a:t>
            </a:r>
          </a:p>
          <a:p>
            <a:r>
              <a:rPr lang="en-US" dirty="0"/>
              <a:t>The term “relational” means we can relate data in several tables together</a:t>
            </a:r>
          </a:p>
        </p:txBody>
      </p:sp>
    </p:spTree>
    <p:extLst>
      <p:ext uri="{BB962C8B-B14F-4D97-AF65-F5344CB8AC3E}">
        <p14:creationId xmlns:p14="http://schemas.microsoft.com/office/powerpoint/2010/main" val="4088063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34B13-3247-77A7-AEDB-0C5CDF59E729}"/>
              </a:ext>
            </a:extLst>
          </p:cNvPr>
          <p:cNvSpPr>
            <a:spLocks noGrp="1"/>
          </p:cNvSpPr>
          <p:nvPr>
            <p:ph type="title"/>
          </p:nvPr>
        </p:nvSpPr>
        <p:spPr/>
        <p:txBody>
          <a:bodyPr/>
          <a:lstStyle/>
          <a:p>
            <a:r>
              <a:rPr lang="en-US" dirty="0"/>
              <a:t>Tables, rows and columns</a:t>
            </a:r>
          </a:p>
        </p:txBody>
      </p:sp>
      <p:sp>
        <p:nvSpPr>
          <p:cNvPr id="3" name="Content Placeholder 2">
            <a:extLst>
              <a:ext uri="{FF2B5EF4-FFF2-40B4-BE49-F238E27FC236}">
                <a16:creationId xmlns:a16="http://schemas.microsoft.com/office/drawing/2014/main" id="{3D8C101C-5B20-85E6-CD68-E66792D52534}"/>
              </a:ext>
            </a:extLst>
          </p:cNvPr>
          <p:cNvSpPr>
            <a:spLocks noGrp="1"/>
          </p:cNvSpPr>
          <p:nvPr>
            <p:ph idx="1"/>
          </p:nvPr>
        </p:nvSpPr>
        <p:spPr/>
        <p:txBody>
          <a:bodyPr/>
          <a:lstStyle/>
          <a:p>
            <a:r>
              <a:rPr lang="en-US" dirty="0"/>
              <a:t>Just as it sounds, data is stored in tables similar to a spreadsheet (CSV files) but with stronger rules and relationships</a:t>
            </a:r>
          </a:p>
          <a:p>
            <a:r>
              <a:rPr lang="en-US" dirty="0"/>
              <a:t>Columns define a field – attributes of an object</a:t>
            </a:r>
          </a:p>
          <a:p>
            <a:r>
              <a:rPr lang="en-US" dirty="0"/>
              <a:t>Rows represent a single record – one object</a:t>
            </a:r>
          </a:p>
          <a:p>
            <a:r>
              <a:rPr lang="en-US" dirty="0"/>
              <a:t>The table is a “category” of data</a:t>
            </a:r>
          </a:p>
          <a:p>
            <a:r>
              <a:rPr lang="en-US" dirty="0"/>
              <a:t>For our examples in the reading and here in the lecture we are going to imagine an online marketplace that has the following:</a:t>
            </a:r>
          </a:p>
          <a:p>
            <a:pPr lvl="1"/>
            <a:r>
              <a:rPr lang="en-US" dirty="0"/>
              <a:t>A product table that has name, brand, price and stock quantity</a:t>
            </a:r>
          </a:p>
          <a:p>
            <a:pPr lvl="1"/>
            <a:r>
              <a:rPr lang="en-US" dirty="0"/>
              <a:t>A review table that links to a product and has a rating, title, comment and reviewer</a:t>
            </a:r>
          </a:p>
          <a:p>
            <a:pPr lvl="1"/>
            <a:endParaRPr lang="en-US" dirty="0"/>
          </a:p>
        </p:txBody>
      </p:sp>
    </p:spTree>
    <p:extLst>
      <p:ext uri="{BB962C8B-B14F-4D97-AF65-F5344CB8AC3E}">
        <p14:creationId xmlns:p14="http://schemas.microsoft.com/office/powerpoint/2010/main" val="64672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30FD5-C7DA-6D22-3980-5CF80064B75F}"/>
              </a:ext>
            </a:extLst>
          </p:cNvPr>
          <p:cNvSpPr>
            <a:spLocks noGrp="1"/>
          </p:cNvSpPr>
          <p:nvPr>
            <p:ph type="title"/>
          </p:nvPr>
        </p:nvSpPr>
        <p:spPr/>
        <p:txBody>
          <a:bodyPr/>
          <a:lstStyle/>
          <a:p>
            <a:r>
              <a:rPr lang="en-US" dirty="0"/>
              <a:t>Primary and Foreign Keys</a:t>
            </a:r>
          </a:p>
        </p:txBody>
      </p:sp>
      <p:sp>
        <p:nvSpPr>
          <p:cNvPr id="3" name="Content Placeholder 2">
            <a:extLst>
              <a:ext uri="{FF2B5EF4-FFF2-40B4-BE49-F238E27FC236}">
                <a16:creationId xmlns:a16="http://schemas.microsoft.com/office/drawing/2014/main" id="{9B634337-8109-74E3-7C71-33AEC35581AA}"/>
              </a:ext>
            </a:extLst>
          </p:cNvPr>
          <p:cNvSpPr>
            <a:spLocks noGrp="1"/>
          </p:cNvSpPr>
          <p:nvPr>
            <p:ph idx="1"/>
          </p:nvPr>
        </p:nvSpPr>
        <p:spPr/>
        <p:txBody>
          <a:bodyPr>
            <a:normAutofit fontScale="92500" lnSpcReduction="10000"/>
          </a:bodyPr>
          <a:lstStyle/>
          <a:p>
            <a:r>
              <a:rPr lang="en-US" dirty="0"/>
              <a:t>On major aspect of relational databases is that we need to have keys in our tables</a:t>
            </a:r>
          </a:p>
          <a:p>
            <a:r>
              <a:rPr lang="en-US" dirty="0"/>
              <a:t>Primary key is a unique identifier that distinguishes one row from another</a:t>
            </a:r>
          </a:p>
          <a:p>
            <a:pPr lvl="1"/>
            <a:r>
              <a:rPr lang="en-US" dirty="0"/>
              <a:t>This must be unique, not null and stable (non changing over time)</a:t>
            </a:r>
          </a:p>
          <a:p>
            <a:pPr lvl="1"/>
            <a:r>
              <a:rPr lang="en-US" dirty="0"/>
              <a:t>In many systems these keys are ‘artificial’ or auto generated by the system or auto-incremented by the database system starting with ‘1’</a:t>
            </a:r>
          </a:p>
          <a:p>
            <a:r>
              <a:rPr lang="en-US" dirty="0"/>
              <a:t>Foreign Keys are how we define our relationships for data in other tables</a:t>
            </a:r>
          </a:p>
          <a:p>
            <a:pPr lvl="1"/>
            <a:r>
              <a:rPr lang="en-US" dirty="0"/>
              <a:t>Take our products, for every review that we have you would need a column for each.</a:t>
            </a:r>
          </a:p>
          <a:p>
            <a:pPr lvl="2"/>
            <a:r>
              <a:rPr lang="en-US" dirty="0"/>
              <a:t>How many reviews do you have? What happens when you add a new review?</a:t>
            </a:r>
          </a:p>
          <a:p>
            <a:pPr lvl="1"/>
            <a:r>
              <a:rPr lang="en-US" dirty="0"/>
              <a:t>So instead we have a separate table where one of the columns is a foreign key that links to the primary key of the other table</a:t>
            </a:r>
          </a:p>
          <a:p>
            <a:pPr lvl="1"/>
            <a:r>
              <a:rPr lang="en-US" dirty="0"/>
              <a:t>Relationship types</a:t>
            </a:r>
          </a:p>
          <a:p>
            <a:pPr lvl="2"/>
            <a:r>
              <a:rPr lang="en-US" dirty="0"/>
              <a:t>one to one – one row links to only one row in another table</a:t>
            </a:r>
          </a:p>
          <a:p>
            <a:pPr lvl="2"/>
            <a:r>
              <a:rPr lang="en-US" dirty="0"/>
              <a:t>many to one – one row </a:t>
            </a:r>
            <a:r>
              <a:rPr lang="en-US" dirty="0" err="1"/>
              <a:t>linkes</a:t>
            </a:r>
            <a:r>
              <a:rPr lang="en-US" dirty="0"/>
              <a:t> to many rows in another table</a:t>
            </a:r>
          </a:p>
          <a:p>
            <a:pPr lvl="3"/>
            <a:r>
              <a:rPr lang="en-US" dirty="0"/>
              <a:t>Our reviews is a many to one with multiple reviews for one product</a:t>
            </a:r>
          </a:p>
        </p:txBody>
      </p:sp>
    </p:spTree>
    <p:extLst>
      <p:ext uri="{BB962C8B-B14F-4D97-AF65-F5344CB8AC3E}">
        <p14:creationId xmlns:p14="http://schemas.microsoft.com/office/powerpoint/2010/main" val="317270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0BAE1-FA67-F002-5190-F914CC5118E1}"/>
              </a:ext>
            </a:extLst>
          </p:cNvPr>
          <p:cNvSpPr>
            <a:spLocks noGrp="1"/>
          </p:cNvSpPr>
          <p:nvPr>
            <p:ph type="title"/>
          </p:nvPr>
        </p:nvSpPr>
        <p:spPr/>
        <p:txBody>
          <a:bodyPr/>
          <a:lstStyle/>
          <a:p>
            <a:r>
              <a:rPr lang="en-US" dirty="0"/>
              <a:t>Common Relational Databases</a:t>
            </a:r>
          </a:p>
        </p:txBody>
      </p:sp>
      <p:sp>
        <p:nvSpPr>
          <p:cNvPr id="3" name="Content Placeholder 2">
            <a:extLst>
              <a:ext uri="{FF2B5EF4-FFF2-40B4-BE49-F238E27FC236}">
                <a16:creationId xmlns:a16="http://schemas.microsoft.com/office/drawing/2014/main" id="{324B8B85-34F9-AFDF-6A3B-E07B027239B4}"/>
              </a:ext>
            </a:extLst>
          </p:cNvPr>
          <p:cNvSpPr>
            <a:spLocks noGrp="1"/>
          </p:cNvSpPr>
          <p:nvPr>
            <p:ph idx="1"/>
          </p:nvPr>
        </p:nvSpPr>
        <p:spPr/>
        <p:txBody>
          <a:bodyPr>
            <a:normAutofit lnSpcReduction="10000"/>
          </a:bodyPr>
          <a:lstStyle/>
          <a:p>
            <a:r>
              <a:rPr lang="en-US" dirty="0"/>
              <a:t>There are many relational databases in use today</a:t>
            </a:r>
          </a:p>
          <a:p>
            <a:pPr lvl="1"/>
            <a:r>
              <a:rPr lang="en-US" dirty="0"/>
              <a:t>SQLite – file based – no server</a:t>
            </a:r>
          </a:p>
          <a:p>
            <a:pPr lvl="1"/>
            <a:r>
              <a:rPr lang="en-US" dirty="0"/>
              <a:t>MySQL/Maria DB (popular server-based)</a:t>
            </a:r>
          </a:p>
          <a:p>
            <a:pPr lvl="1"/>
            <a:r>
              <a:rPr lang="en-US" dirty="0" err="1"/>
              <a:t>PostreSQL</a:t>
            </a:r>
            <a:r>
              <a:rPr lang="en-US" dirty="0"/>
              <a:t> (advanced open source)</a:t>
            </a:r>
          </a:p>
          <a:p>
            <a:pPr lvl="1"/>
            <a:r>
              <a:rPr lang="en-US" dirty="0"/>
              <a:t>Oracle (enterprise/commercial)</a:t>
            </a:r>
          </a:p>
          <a:p>
            <a:pPr lvl="1"/>
            <a:r>
              <a:rPr lang="en-US" dirty="0"/>
              <a:t>SQL Server (Microsoft enterprise)</a:t>
            </a:r>
          </a:p>
          <a:p>
            <a:r>
              <a:rPr lang="en-US" dirty="0"/>
              <a:t>All these as </a:t>
            </a:r>
            <a:r>
              <a:rPr lang="en-US" dirty="0" err="1"/>
              <a:t>exampls</a:t>
            </a:r>
            <a:r>
              <a:rPr lang="en-US" dirty="0"/>
              <a:t> follow industry standards but each have small differences in things like the data types, features and SQL syntax</a:t>
            </a:r>
          </a:p>
          <a:p>
            <a:r>
              <a:rPr lang="en-US" dirty="0"/>
              <a:t>For this class we will be using SQLite as it requires no server and you can include the file in your project</a:t>
            </a:r>
          </a:p>
          <a:p>
            <a:pPr lvl="1"/>
            <a:r>
              <a:rPr lang="en-US" dirty="0"/>
              <a:t>Make sure to add it to your git repository!</a:t>
            </a:r>
          </a:p>
          <a:p>
            <a:r>
              <a:rPr lang="en-US" dirty="0"/>
              <a:t>To interact/create a database externally you can use a program like </a:t>
            </a:r>
            <a:r>
              <a:rPr lang="en-US" dirty="0">
                <a:hlinkClick r:id="rId2"/>
              </a:rPr>
              <a:t>DB Browser</a:t>
            </a:r>
            <a:endParaRPr lang="en-US" dirty="0"/>
          </a:p>
        </p:txBody>
      </p:sp>
    </p:spTree>
    <p:extLst>
      <p:ext uri="{BB962C8B-B14F-4D97-AF65-F5344CB8AC3E}">
        <p14:creationId xmlns:p14="http://schemas.microsoft.com/office/powerpoint/2010/main" val="3237829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ED37-24D1-A852-70EB-61254BCA5EFA}"/>
              </a:ext>
            </a:extLst>
          </p:cNvPr>
          <p:cNvSpPr>
            <a:spLocks noGrp="1"/>
          </p:cNvSpPr>
          <p:nvPr>
            <p:ph type="title"/>
          </p:nvPr>
        </p:nvSpPr>
        <p:spPr/>
        <p:txBody>
          <a:bodyPr/>
          <a:lstStyle/>
          <a:p>
            <a:r>
              <a:rPr lang="en-US" dirty="0"/>
              <a:t>SQL Commands</a:t>
            </a:r>
          </a:p>
        </p:txBody>
      </p:sp>
      <p:sp>
        <p:nvSpPr>
          <p:cNvPr id="3" name="Text Placeholder 2">
            <a:extLst>
              <a:ext uri="{FF2B5EF4-FFF2-40B4-BE49-F238E27FC236}">
                <a16:creationId xmlns:a16="http://schemas.microsoft.com/office/drawing/2014/main" id="{CB1724E3-182B-4372-ADF3-547661043975}"/>
              </a:ext>
            </a:extLst>
          </p:cNvPr>
          <p:cNvSpPr>
            <a:spLocks noGrp="1"/>
          </p:cNvSpPr>
          <p:nvPr>
            <p:ph type="body" idx="1"/>
          </p:nvPr>
        </p:nvSpPr>
        <p:spPr/>
        <p:txBody>
          <a:bodyPr/>
          <a:lstStyle/>
          <a:p>
            <a:r>
              <a:rPr lang="en-US" dirty="0"/>
              <a:t>Adv. Python Programming</a:t>
            </a:r>
          </a:p>
        </p:txBody>
      </p:sp>
    </p:spTree>
    <p:extLst>
      <p:ext uri="{BB962C8B-B14F-4D97-AF65-F5344CB8AC3E}">
        <p14:creationId xmlns:p14="http://schemas.microsoft.com/office/powerpoint/2010/main" val="201914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3DE7A-64EE-B263-F3CD-BB26D5CC6C0A}"/>
              </a:ext>
            </a:extLst>
          </p:cNvPr>
          <p:cNvSpPr>
            <a:spLocks noGrp="1"/>
          </p:cNvSpPr>
          <p:nvPr>
            <p:ph type="title"/>
          </p:nvPr>
        </p:nvSpPr>
        <p:spPr/>
        <p:txBody>
          <a:bodyPr/>
          <a:lstStyle/>
          <a:p>
            <a:r>
              <a:rPr lang="en-US" dirty="0"/>
              <a:t>What is SQL?</a:t>
            </a:r>
          </a:p>
        </p:txBody>
      </p:sp>
      <p:sp>
        <p:nvSpPr>
          <p:cNvPr id="3" name="Content Placeholder 2">
            <a:extLst>
              <a:ext uri="{FF2B5EF4-FFF2-40B4-BE49-F238E27FC236}">
                <a16:creationId xmlns:a16="http://schemas.microsoft.com/office/drawing/2014/main" id="{8B521A7B-789B-0293-ECAA-9CAF600A7EF3}"/>
              </a:ext>
            </a:extLst>
          </p:cNvPr>
          <p:cNvSpPr>
            <a:spLocks noGrp="1"/>
          </p:cNvSpPr>
          <p:nvPr>
            <p:ph idx="1"/>
          </p:nvPr>
        </p:nvSpPr>
        <p:spPr/>
        <p:txBody>
          <a:bodyPr/>
          <a:lstStyle/>
          <a:p>
            <a:r>
              <a:rPr lang="en-US" dirty="0"/>
              <a:t>Structured Query Language is the standard language used to communicate with relational databases</a:t>
            </a:r>
          </a:p>
          <a:p>
            <a:r>
              <a:rPr lang="en-US" dirty="0"/>
              <a:t>SQL is declarative meaning you describe what you want and the database engine determines how to retrieve it efficiently</a:t>
            </a:r>
          </a:p>
          <a:p>
            <a:r>
              <a:rPr lang="en-US" dirty="0"/>
              <a:t>SQL can very amongst different providers but they all have a core set of operations that appear that we summarize as CRUD</a:t>
            </a:r>
          </a:p>
          <a:p>
            <a:pPr lvl="1"/>
            <a:r>
              <a:rPr lang="en-US" dirty="0"/>
              <a:t>Create</a:t>
            </a:r>
          </a:p>
          <a:p>
            <a:pPr lvl="1"/>
            <a:r>
              <a:rPr lang="en-US" dirty="0"/>
              <a:t>Read</a:t>
            </a:r>
          </a:p>
          <a:p>
            <a:pPr lvl="1"/>
            <a:r>
              <a:rPr lang="en-US" dirty="0"/>
              <a:t>Update</a:t>
            </a:r>
          </a:p>
          <a:p>
            <a:pPr lvl="1"/>
            <a:r>
              <a:rPr lang="en-US" dirty="0"/>
              <a:t>Delete</a:t>
            </a:r>
          </a:p>
        </p:txBody>
      </p:sp>
    </p:spTree>
    <p:extLst>
      <p:ext uri="{BB962C8B-B14F-4D97-AF65-F5344CB8AC3E}">
        <p14:creationId xmlns:p14="http://schemas.microsoft.com/office/powerpoint/2010/main" val="314248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34E42-4D5B-0929-4D72-A8730456C962}"/>
              </a:ext>
            </a:extLst>
          </p:cNvPr>
          <p:cNvSpPr>
            <a:spLocks noGrp="1"/>
          </p:cNvSpPr>
          <p:nvPr>
            <p:ph type="title"/>
          </p:nvPr>
        </p:nvSpPr>
        <p:spPr/>
        <p:txBody>
          <a:bodyPr/>
          <a:lstStyle/>
          <a:p>
            <a:r>
              <a:rPr lang="en-US" dirty="0"/>
              <a:t>Create Tables</a:t>
            </a:r>
          </a:p>
        </p:txBody>
      </p:sp>
      <p:sp>
        <p:nvSpPr>
          <p:cNvPr id="3" name="Content Placeholder 2">
            <a:extLst>
              <a:ext uri="{FF2B5EF4-FFF2-40B4-BE49-F238E27FC236}">
                <a16:creationId xmlns:a16="http://schemas.microsoft.com/office/drawing/2014/main" id="{F175FC2C-C2ED-330A-BF64-3985C9CF29AD}"/>
              </a:ext>
            </a:extLst>
          </p:cNvPr>
          <p:cNvSpPr>
            <a:spLocks noGrp="1"/>
          </p:cNvSpPr>
          <p:nvPr>
            <p:ph sz="half" idx="1"/>
          </p:nvPr>
        </p:nvSpPr>
        <p:spPr>
          <a:xfrm>
            <a:off x="1176528" y="1314451"/>
            <a:ext cx="4843272" cy="5370554"/>
          </a:xfrm>
          <a:solidFill>
            <a:schemeClr val="bg1"/>
          </a:solidFill>
        </p:spPr>
        <p:txBody>
          <a:bodyPr>
            <a:noAutofit/>
          </a:bodyPr>
          <a:lstStyle/>
          <a:p>
            <a:pPr>
              <a:spcBef>
                <a:spcPts val="600"/>
              </a:spcBef>
            </a:pPr>
            <a:r>
              <a:rPr lang="en-US" sz="1400" dirty="0"/>
              <a:t>Before you store any data, you need to define the tables them selves</a:t>
            </a:r>
          </a:p>
          <a:p>
            <a:pPr>
              <a:spcBef>
                <a:spcPts val="600"/>
              </a:spcBef>
            </a:pPr>
            <a:r>
              <a:rPr lang="en-US" sz="1400" dirty="0"/>
              <a:t>For this we use the CREATE TABLE command</a:t>
            </a:r>
          </a:p>
          <a:p>
            <a:pPr lvl="1">
              <a:spcBef>
                <a:spcPts val="600"/>
              </a:spcBef>
            </a:pPr>
            <a:r>
              <a:rPr lang="en-US" sz="1300" dirty="0"/>
              <a:t>We often add the IF NOT EXISTS in as well in case the table is already there</a:t>
            </a:r>
          </a:p>
          <a:p>
            <a:pPr>
              <a:spcBef>
                <a:spcPts val="600"/>
              </a:spcBef>
            </a:pPr>
            <a:r>
              <a:rPr lang="en-US" sz="1400" dirty="0"/>
              <a:t>We then define our columns with data types</a:t>
            </a:r>
          </a:p>
          <a:p>
            <a:pPr lvl="1">
              <a:spcBef>
                <a:spcPts val="600"/>
              </a:spcBef>
            </a:pPr>
            <a:r>
              <a:rPr lang="en-US" sz="1300" dirty="0"/>
              <a:t>INTEGER – whole numbers</a:t>
            </a:r>
          </a:p>
          <a:p>
            <a:pPr lvl="1">
              <a:spcBef>
                <a:spcPts val="600"/>
              </a:spcBef>
            </a:pPr>
            <a:r>
              <a:rPr lang="en-US" sz="1300" dirty="0"/>
              <a:t>REAL – decimal numbers</a:t>
            </a:r>
          </a:p>
          <a:p>
            <a:pPr lvl="1">
              <a:spcBef>
                <a:spcPts val="600"/>
              </a:spcBef>
            </a:pPr>
            <a:r>
              <a:rPr lang="en-US" sz="1300" dirty="0"/>
              <a:t>TEXT – strings</a:t>
            </a:r>
          </a:p>
          <a:p>
            <a:pPr lvl="1">
              <a:spcBef>
                <a:spcPts val="600"/>
              </a:spcBef>
            </a:pPr>
            <a:r>
              <a:rPr lang="en-US" sz="1300" dirty="0"/>
              <a:t>BLOB – raw binary data</a:t>
            </a:r>
          </a:p>
          <a:p>
            <a:pPr>
              <a:spcBef>
                <a:spcPts val="600"/>
              </a:spcBef>
            </a:pPr>
            <a:r>
              <a:rPr lang="en-US" sz="1400" dirty="0"/>
              <a:t>Different databases implement these different – for example VARCHAR() is for text</a:t>
            </a:r>
          </a:p>
          <a:p>
            <a:pPr>
              <a:spcBef>
                <a:spcPts val="600"/>
              </a:spcBef>
            </a:pPr>
            <a:r>
              <a:rPr lang="en-US" sz="1400" dirty="0"/>
              <a:t>Note on Date comparison, for SQLite it stores dates as TEXT format – but if we want to do comparison it uses lexicographical order – meaning dictionary based</a:t>
            </a:r>
          </a:p>
          <a:p>
            <a:pPr lvl="1">
              <a:spcBef>
                <a:spcPts val="600"/>
              </a:spcBef>
            </a:pPr>
            <a:r>
              <a:rPr lang="en-US" sz="1200" dirty="0"/>
              <a:t>“YYYY-MM-DD” is the order for the date of storing</a:t>
            </a:r>
          </a:p>
          <a:p>
            <a:pPr lvl="2">
              <a:spcBef>
                <a:spcPts val="600"/>
              </a:spcBef>
            </a:pPr>
            <a:r>
              <a:rPr lang="en-US" sz="1000" dirty="0"/>
              <a:t>Check the year first, then the month, then the day</a:t>
            </a:r>
          </a:p>
          <a:p>
            <a:pPr>
              <a:spcBef>
                <a:spcPts val="600"/>
              </a:spcBef>
            </a:pPr>
            <a:r>
              <a:rPr lang="en-US" sz="1400" dirty="0"/>
              <a:t>You can also add modifiers onto the columns</a:t>
            </a:r>
          </a:p>
          <a:p>
            <a:pPr lvl="1">
              <a:spcBef>
                <a:spcPts val="600"/>
              </a:spcBef>
            </a:pPr>
            <a:r>
              <a:rPr lang="en-US" sz="1200" dirty="0"/>
              <a:t>NOT NULL</a:t>
            </a:r>
          </a:p>
          <a:p>
            <a:pPr lvl="1">
              <a:spcBef>
                <a:spcPts val="600"/>
              </a:spcBef>
            </a:pPr>
            <a:r>
              <a:rPr lang="en-US" sz="1200" dirty="0"/>
              <a:t>PRIMARY KEY</a:t>
            </a:r>
          </a:p>
          <a:p>
            <a:pPr lvl="1">
              <a:spcBef>
                <a:spcPts val="600"/>
              </a:spcBef>
            </a:pPr>
            <a:r>
              <a:rPr lang="en-US" sz="1200" dirty="0"/>
              <a:t>AUTOINCREMENT</a:t>
            </a:r>
          </a:p>
          <a:p>
            <a:pPr lvl="1">
              <a:spcBef>
                <a:spcPts val="600"/>
              </a:spcBef>
            </a:pPr>
            <a:r>
              <a:rPr lang="en-US" sz="1200" dirty="0"/>
              <a:t>UNIQUE</a:t>
            </a:r>
          </a:p>
        </p:txBody>
      </p:sp>
      <p:sp>
        <p:nvSpPr>
          <p:cNvPr id="4" name="Content Placeholder 3">
            <a:extLst>
              <a:ext uri="{FF2B5EF4-FFF2-40B4-BE49-F238E27FC236}">
                <a16:creationId xmlns:a16="http://schemas.microsoft.com/office/drawing/2014/main" id="{A07D064F-7CE4-F70F-DE18-5AEF7565E525}"/>
              </a:ext>
            </a:extLst>
          </p:cNvPr>
          <p:cNvSpPr>
            <a:spLocks noGrp="1"/>
          </p:cNvSpPr>
          <p:nvPr>
            <p:ph sz="half" idx="2"/>
          </p:nvPr>
        </p:nvSpPr>
        <p:spPr>
          <a:xfrm>
            <a:off x="6096000" y="1552575"/>
            <a:ext cx="6067166" cy="4143375"/>
          </a:xfrm>
        </p:spPr>
        <p:txBody>
          <a:bodyPr>
            <a:normAutofit fontScale="62500" lnSpcReduction="20000"/>
          </a:bodyPr>
          <a:lstStyle/>
          <a:p>
            <a:pPr marL="0" marR="0">
              <a:lnSpc>
                <a:spcPct val="115000"/>
              </a:lnSpc>
              <a:spcAft>
                <a:spcPts val="1000"/>
              </a:spcAft>
              <a:buNone/>
            </a:pP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CREATE TABLE IF NOT EXISTS</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 (</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id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INTEGER PRIMARY KEY AUTOINCREMENT</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name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TEXT NOT NULL</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brand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TEXT NOT NULL</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price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REAL NOT NULL</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stock_qty</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INTEGER NOT NULL</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CREATE TABLE IF NOT EXISTS</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review (</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id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INTEGER PRIMARY KEY AUTOINCREMENT</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product_id</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INTEGER NOT NULL</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rating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INTEGER NOT NULL</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title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TEXT NOT NULL</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comment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TEXT NOT NULL</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reviewer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TEXT NOT NULL</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FOREIGN KEY</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product_id</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REFERENCES</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product(id)</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endParaRPr lang="en-US" sz="24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861578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51A87-5B34-5E36-4B5B-BD431BFF34A6}"/>
              </a:ext>
            </a:extLst>
          </p:cNvPr>
          <p:cNvSpPr>
            <a:spLocks noGrp="1"/>
          </p:cNvSpPr>
          <p:nvPr>
            <p:ph type="title"/>
          </p:nvPr>
        </p:nvSpPr>
        <p:spPr/>
        <p:txBody>
          <a:bodyPr/>
          <a:lstStyle/>
          <a:p>
            <a:r>
              <a:rPr lang="en-US" dirty="0"/>
              <a:t>Read from tables (Query)</a:t>
            </a:r>
          </a:p>
        </p:txBody>
      </p:sp>
      <p:sp>
        <p:nvSpPr>
          <p:cNvPr id="3" name="Content Placeholder 2">
            <a:extLst>
              <a:ext uri="{FF2B5EF4-FFF2-40B4-BE49-F238E27FC236}">
                <a16:creationId xmlns:a16="http://schemas.microsoft.com/office/drawing/2014/main" id="{17204D92-A7E7-F828-3FB6-5A2A4071D464}"/>
              </a:ext>
            </a:extLst>
          </p:cNvPr>
          <p:cNvSpPr>
            <a:spLocks noGrp="1"/>
          </p:cNvSpPr>
          <p:nvPr>
            <p:ph sz="half" idx="1"/>
          </p:nvPr>
        </p:nvSpPr>
        <p:spPr>
          <a:xfrm>
            <a:off x="354803" y="1552575"/>
            <a:ext cx="4843272" cy="4143375"/>
          </a:xfrm>
        </p:spPr>
        <p:txBody>
          <a:bodyPr>
            <a:normAutofit fontScale="92500" lnSpcReduction="20000"/>
          </a:bodyPr>
          <a:lstStyle/>
          <a:p>
            <a:r>
              <a:rPr lang="en-US" dirty="0"/>
              <a:t>We will talk about inserting data next, but let’s assume we have some data in the table.</a:t>
            </a:r>
          </a:p>
          <a:p>
            <a:r>
              <a:rPr lang="en-US" dirty="0"/>
              <a:t>In order to see the data, we query the database</a:t>
            </a:r>
          </a:p>
          <a:p>
            <a:r>
              <a:rPr lang="en-US" dirty="0"/>
              <a:t>For this we use the </a:t>
            </a:r>
            <a:r>
              <a:rPr lang="en-US" dirty="0">
                <a:latin typeface="Consolas" panose="020B0609020204030204" pitchFamily="49" charset="0"/>
              </a:rPr>
              <a:t>SELECT</a:t>
            </a:r>
            <a:r>
              <a:rPr lang="en-US" dirty="0"/>
              <a:t> command</a:t>
            </a:r>
          </a:p>
          <a:p>
            <a:r>
              <a:rPr lang="en-US" dirty="0"/>
              <a:t>We must define columns or use the asterisk as a “all” selector</a:t>
            </a:r>
          </a:p>
          <a:p>
            <a:r>
              <a:rPr lang="en-US" dirty="0"/>
              <a:t>Use the </a:t>
            </a:r>
            <a:r>
              <a:rPr lang="en-US" dirty="0">
                <a:latin typeface="Consolas" panose="020B0609020204030204" pitchFamily="49" charset="0"/>
              </a:rPr>
              <a:t>FROM</a:t>
            </a:r>
            <a:r>
              <a:rPr lang="en-US" dirty="0"/>
              <a:t> to denote what table you are using</a:t>
            </a:r>
          </a:p>
          <a:p>
            <a:r>
              <a:rPr lang="en-US" dirty="0"/>
              <a:t>Add in the </a:t>
            </a:r>
            <a:r>
              <a:rPr lang="en-US" dirty="0">
                <a:latin typeface="Consolas" panose="020B0609020204030204" pitchFamily="49" charset="0"/>
              </a:rPr>
              <a:t>WHERE</a:t>
            </a:r>
            <a:r>
              <a:rPr lang="en-US" dirty="0"/>
              <a:t> clause to limit/filter data</a:t>
            </a:r>
          </a:p>
          <a:p>
            <a:pPr lvl="1"/>
            <a:r>
              <a:rPr lang="en-US" dirty="0"/>
              <a:t>Use and relational operator and column name</a:t>
            </a:r>
          </a:p>
        </p:txBody>
      </p:sp>
      <p:sp>
        <p:nvSpPr>
          <p:cNvPr id="4" name="Content Placeholder 3">
            <a:extLst>
              <a:ext uri="{FF2B5EF4-FFF2-40B4-BE49-F238E27FC236}">
                <a16:creationId xmlns:a16="http://schemas.microsoft.com/office/drawing/2014/main" id="{DC67E688-2C6B-6257-A518-F1BEFDF4DAD9}"/>
              </a:ext>
            </a:extLst>
          </p:cNvPr>
          <p:cNvSpPr>
            <a:spLocks noGrp="1"/>
          </p:cNvSpPr>
          <p:nvPr>
            <p:ph sz="half" idx="2"/>
          </p:nvPr>
        </p:nvSpPr>
        <p:spPr>
          <a:xfrm>
            <a:off x="5276337" y="1552574"/>
            <a:ext cx="4405182" cy="4143375"/>
          </a:xfrm>
        </p:spPr>
        <p:txBody>
          <a:bodyPr>
            <a:normAutofit fontScale="92500" lnSpcReduction="20000"/>
          </a:bodyPr>
          <a:lstStyle/>
          <a:p>
            <a:pPr marL="0" marR="0">
              <a:lnSpc>
                <a:spcPct val="115000"/>
              </a:lnSpc>
              <a:spcAft>
                <a:spcPts val="1000"/>
              </a:spcAft>
              <a:buNone/>
            </a:pPr>
            <a:r>
              <a:rPr lang="en-US" sz="17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SELECT</a:t>
            </a:r>
            <a:r>
              <a:rPr lang="en-US" sz="17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a:t>
            </a:r>
            <a:r>
              <a:rPr lang="en-US" sz="17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FROM </a:t>
            </a:r>
            <a:r>
              <a:rPr lang="en-US" sz="17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a:t>
            </a:r>
            <a:endParaRPr lang="en-US" sz="17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US" sz="1700" dirty="0"/>
          </a:p>
          <a:p>
            <a:endParaRPr lang="en-US" sz="1700" dirty="0"/>
          </a:p>
          <a:p>
            <a:endParaRPr lang="en-US" sz="1700" dirty="0"/>
          </a:p>
          <a:p>
            <a:endParaRPr lang="en-US" sz="1700" dirty="0"/>
          </a:p>
          <a:p>
            <a:pPr marL="0" marR="0">
              <a:lnSpc>
                <a:spcPct val="115000"/>
              </a:lnSpc>
              <a:spcAft>
                <a:spcPts val="1000"/>
              </a:spcAft>
              <a:buNone/>
            </a:pPr>
            <a:r>
              <a:rPr lang="en-US" sz="17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SELECT </a:t>
            </a:r>
            <a:r>
              <a:rPr lang="en-US" sz="17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name, price </a:t>
            </a:r>
            <a:r>
              <a:rPr lang="en-US" sz="17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FROM </a:t>
            </a:r>
            <a:r>
              <a:rPr lang="en-US" sz="17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a:t>
            </a:r>
            <a:endParaRPr lang="en-US" sz="17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700" dirty="0"/>
          </a:p>
          <a:p>
            <a:pPr marL="0" indent="0">
              <a:buNone/>
            </a:pPr>
            <a:endParaRPr lang="en-US" sz="1700" dirty="0"/>
          </a:p>
          <a:p>
            <a:pPr marL="0" indent="0">
              <a:buNone/>
            </a:pPr>
            <a:endParaRPr lang="en-US" sz="1700" dirty="0"/>
          </a:p>
          <a:p>
            <a:pPr marL="0" marR="0">
              <a:lnSpc>
                <a:spcPct val="115000"/>
              </a:lnSpc>
              <a:spcAft>
                <a:spcPts val="1000"/>
              </a:spcAft>
              <a:buNone/>
            </a:pPr>
            <a:r>
              <a:rPr lang="en-US" sz="17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SELECT </a:t>
            </a:r>
            <a:r>
              <a:rPr lang="en-US" sz="17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7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FROM </a:t>
            </a:r>
            <a:r>
              <a:rPr lang="en-US" sz="17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a:t>
            </a:r>
            <a:br>
              <a:rPr lang="en-US" sz="17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7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WHERE </a:t>
            </a:r>
            <a:r>
              <a:rPr lang="en-US" sz="17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stock_qty</a:t>
            </a:r>
            <a:r>
              <a:rPr lang="en-US" sz="17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&gt; 30;</a:t>
            </a:r>
            <a:endParaRPr lang="en-US" sz="17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dirty="0"/>
          </a:p>
        </p:txBody>
      </p:sp>
      <p:pic>
        <p:nvPicPr>
          <p:cNvPr id="5" name="Picture 4" descr="Output of all columns from the select command.">
            <a:extLst>
              <a:ext uri="{FF2B5EF4-FFF2-40B4-BE49-F238E27FC236}">
                <a16:creationId xmlns:a16="http://schemas.microsoft.com/office/drawing/2014/main" id="{7E270C70-6C9D-2DCE-0FC4-06705BFAC80E}"/>
              </a:ext>
            </a:extLst>
          </p:cNvPr>
          <p:cNvPicPr>
            <a:picLocks noChangeAspect="1"/>
          </p:cNvPicPr>
          <p:nvPr/>
        </p:nvPicPr>
        <p:blipFill>
          <a:blip r:embed="rId2"/>
          <a:stretch>
            <a:fillRect/>
          </a:stretch>
        </p:blipFill>
        <p:spPr>
          <a:xfrm>
            <a:off x="8798011" y="624132"/>
            <a:ext cx="3304810" cy="1636390"/>
          </a:xfrm>
          <a:prstGeom prst="rect">
            <a:avLst/>
          </a:prstGeom>
        </p:spPr>
      </p:pic>
      <p:pic>
        <p:nvPicPr>
          <p:cNvPr id="6" name="Picture 5" descr="Output from selecting just the name and price column.">
            <a:extLst>
              <a:ext uri="{FF2B5EF4-FFF2-40B4-BE49-F238E27FC236}">
                <a16:creationId xmlns:a16="http://schemas.microsoft.com/office/drawing/2014/main" id="{EFA197C5-D854-F736-967C-422A4040F22E}"/>
              </a:ext>
            </a:extLst>
          </p:cNvPr>
          <p:cNvPicPr>
            <a:picLocks noChangeAspect="1"/>
          </p:cNvPicPr>
          <p:nvPr/>
        </p:nvPicPr>
        <p:blipFill>
          <a:blip r:embed="rId3"/>
          <a:stretch>
            <a:fillRect/>
          </a:stretch>
        </p:blipFill>
        <p:spPr>
          <a:xfrm>
            <a:off x="9634836" y="2402140"/>
            <a:ext cx="2467985" cy="1900158"/>
          </a:xfrm>
          <a:prstGeom prst="rect">
            <a:avLst/>
          </a:prstGeom>
        </p:spPr>
      </p:pic>
      <p:pic>
        <p:nvPicPr>
          <p:cNvPr id="7" name="Picture 6" descr="Output from setting the where clause on products.">
            <a:extLst>
              <a:ext uri="{FF2B5EF4-FFF2-40B4-BE49-F238E27FC236}">
                <a16:creationId xmlns:a16="http://schemas.microsoft.com/office/drawing/2014/main" id="{18B36AF3-1363-2238-042B-27FE2BB230D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612144" y="4597479"/>
            <a:ext cx="3346518" cy="1834214"/>
          </a:xfrm>
          <a:prstGeom prst="rect">
            <a:avLst/>
          </a:prstGeom>
          <a:noFill/>
        </p:spPr>
      </p:pic>
    </p:spTree>
    <p:extLst>
      <p:ext uri="{BB962C8B-B14F-4D97-AF65-F5344CB8AC3E}">
        <p14:creationId xmlns:p14="http://schemas.microsoft.com/office/powerpoint/2010/main" val="2385945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4CE3-1E1C-3114-AB6D-AD935CBCAC3D}"/>
              </a:ext>
            </a:extLst>
          </p:cNvPr>
          <p:cNvSpPr>
            <a:spLocks noGrp="1"/>
          </p:cNvSpPr>
          <p:nvPr>
            <p:ph type="title"/>
          </p:nvPr>
        </p:nvSpPr>
        <p:spPr/>
        <p:txBody>
          <a:bodyPr/>
          <a:lstStyle/>
          <a:p>
            <a:r>
              <a:rPr lang="en-US" dirty="0"/>
              <a:t>ORDER BY and Range checks</a:t>
            </a:r>
          </a:p>
        </p:txBody>
      </p:sp>
      <p:sp>
        <p:nvSpPr>
          <p:cNvPr id="3" name="Content Placeholder 2">
            <a:extLst>
              <a:ext uri="{FF2B5EF4-FFF2-40B4-BE49-F238E27FC236}">
                <a16:creationId xmlns:a16="http://schemas.microsoft.com/office/drawing/2014/main" id="{9FF1B67E-22F8-E18A-23A7-085E53690B70}"/>
              </a:ext>
            </a:extLst>
          </p:cNvPr>
          <p:cNvSpPr>
            <a:spLocks noGrp="1"/>
          </p:cNvSpPr>
          <p:nvPr>
            <p:ph sz="half" idx="1"/>
          </p:nvPr>
        </p:nvSpPr>
        <p:spPr>
          <a:xfrm>
            <a:off x="64420" y="1560552"/>
            <a:ext cx="4439618" cy="4143375"/>
          </a:xfrm>
        </p:spPr>
        <p:txBody>
          <a:bodyPr>
            <a:noAutofit/>
          </a:bodyPr>
          <a:lstStyle/>
          <a:p>
            <a:r>
              <a:rPr lang="en-US" dirty="0"/>
              <a:t>Use the </a:t>
            </a:r>
            <a:r>
              <a:rPr lang="en-US" dirty="0">
                <a:latin typeface="Consolas" panose="020B0609020204030204" pitchFamily="49" charset="0"/>
              </a:rPr>
              <a:t>ORDER BY</a:t>
            </a:r>
            <a:r>
              <a:rPr lang="en-US" dirty="0"/>
              <a:t> with </a:t>
            </a:r>
            <a:r>
              <a:rPr lang="en-US" dirty="0">
                <a:latin typeface="Consolas" panose="020B0609020204030204" pitchFamily="49" charset="0"/>
              </a:rPr>
              <a:t>ASC</a:t>
            </a:r>
            <a:r>
              <a:rPr lang="en-US" dirty="0"/>
              <a:t> or </a:t>
            </a:r>
            <a:r>
              <a:rPr lang="en-US" dirty="0">
                <a:latin typeface="Consolas" panose="020B0609020204030204" pitchFamily="49" charset="0"/>
              </a:rPr>
              <a:t>DESC</a:t>
            </a:r>
            <a:r>
              <a:rPr lang="en-US" dirty="0"/>
              <a:t> for ordering the data and what column</a:t>
            </a:r>
          </a:p>
          <a:p>
            <a:r>
              <a:rPr lang="en-US" dirty="0"/>
              <a:t>To compare ranges use </a:t>
            </a:r>
            <a:r>
              <a:rPr lang="en-US" dirty="0">
                <a:latin typeface="Consolas" panose="020B0609020204030204" pitchFamily="49" charset="0"/>
              </a:rPr>
              <a:t>AND</a:t>
            </a:r>
            <a:r>
              <a:rPr lang="en-US" dirty="0"/>
              <a:t> </a:t>
            </a:r>
            <a:r>
              <a:rPr lang="en-US" dirty="0" err="1"/>
              <a:t>and</a:t>
            </a:r>
            <a:r>
              <a:rPr lang="en-US" dirty="0"/>
              <a:t> </a:t>
            </a:r>
            <a:r>
              <a:rPr lang="en-US" dirty="0">
                <a:latin typeface="Consolas" panose="020B0609020204030204" pitchFamily="49" charset="0"/>
              </a:rPr>
              <a:t>BETWEEN</a:t>
            </a:r>
            <a:r>
              <a:rPr lang="en-US" dirty="0"/>
              <a:t> for ranges</a:t>
            </a:r>
          </a:p>
          <a:p>
            <a:endParaRPr lang="en-US" dirty="0"/>
          </a:p>
        </p:txBody>
      </p:sp>
      <p:sp>
        <p:nvSpPr>
          <p:cNvPr id="4" name="Content Placeholder 3">
            <a:extLst>
              <a:ext uri="{FF2B5EF4-FFF2-40B4-BE49-F238E27FC236}">
                <a16:creationId xmlns:a16="http://schemas.microsoft.com/office/drawing/2014/main" id="{6512BCA9-0D7D-E83C-1991-2D67274E649F}"/>
              </a:ext>
            </a:extLst>
          </p:cNvPr>
          <p:cNvSpPr>
            <a:spLocks noGrp="1"/>
          </p:cNvSpPr>
          <p:nvPr>
            <p:ph sz="half" idx="2"/>
          </p:nvPr>
        </p:nvSpPr>
        <p:spPr>
          <a:xfrm>
            <a:off x="4565823" y="1564153"/>
            <a:ext cx="5181598" cy="4632761"/>
          </a:xfrm>
          <a:solidFill>
            <a:schemeClr val="bg1"/>
          </a:solidFill>
        </p:spPr>
        <p:txBody>
          <a:bodyPr>
            <a:noAutofit/>
          </a:bodyPr>
          <a:lstStyle/>
          <a:p>
            <a:pPr marL="0" marR="0">
              <a:lnSpc>
                <a:spcPct val="115000"/>
              </a:lnSpc>
              <a:spcAft>
                <a:spcPts val="1000"/>
              </a:spcAft>
              <a:buNone/>
            </a:pP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SELECT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id, name, price </a:t>
            </a: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FROM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a:t>
            </a:r>
            <a:b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ORDER BY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price </a:t>
            </a: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DESC</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endParaRPr lang="en-US" sz="1300" dirty="0"/>
          </a:p>
          <a:p>
            <a:pPr marL="0" indent="0">
              <a:buNone/>
            </a:pPr>
            <a:endParaRPr lang="en-US" sz="1300" dirty="0"/>
          </a:p>
          <a:p>
            <a:pPr marL="0" marR="0">
              <a:lnSpc>
                <a:spcPct val="115000"/>
              </a:lnSpc>
              <a:spcAft>
                <a:spcPts val="1000"/>
              </a:spcAft>
              <a:buNone/>
            </a:pP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SELECT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rating, title, comment, reviewer</a:t>
            </a:r>
            <a:b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FROM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a:t>
            </a:r>
            <a:b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WHERE </a:t>
            </a:r>
            <a:r>
              <a:rPr lang="en-US" sz="13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product_id</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1;</a:t>
            </a:r>
            <a:endParaRPr lang="en-US" sz="1300" b="1" dirty="0">
              <a:solidFill>
                <a:srgbClr val="000000"/>
              </a:solidFill>
              <a:latin typeface="Courier New" panose="02070309020205020404" pitchFamily="49" charset="0"/>
              <a:ea typeface="MS Mincho" panose="02020609040205080304" pitchFamily="49" charset="-128"/>
              <a:cs typeface="Times New Roman" panose="02020603050405020304" pitchFamily="18" charset="0"/>
            </a:endParaRPr>
          </a:p>
          <a:p>
            <a:pPr marL="0" marR="0">
              <a:lnSpc>
                <a:spcPct val="115000"/>
              </a:lnSpc>
              <a:spcAft>
                <a:spcPts val="1000"/>
              </a:spcAft>
              <a:buNone/>
            </a:pPr>
            <a:endPar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SELECT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rating, title, comment, reviewer</a:t>
            </a:r>
            <a:b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FROM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a:t>
            </a:r>
            <a:b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WHERE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rating &gt;= 2 </a:t>
            </a: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AND</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rating &lt;= 4;</a:t>
            </a:r>
            <a:endParaRPr lang="en-US" sz="13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endParaRPr lang="en-US" sz="13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SELECT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rating, title, comment, reviewer</a:t>
            </a:r>
            <a:b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FROM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a:t>
            </a:r>
            <a:b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WHERE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rating </a:t>
            </a: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BETWEEN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2 </a:t>
            </a:r>
            <a:r>
              <a:rPr lang="en-US" sz="13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AND </a:t>
            </a:r>
            <a:r>
              <a:rPr lang="en-US" sz="13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4;</a:t>
            </a:r>
            <a:endParaRPr lang="en-US" sz="13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100" dirty="0"/>
          </a:p>
        </p:txBody>
      </p:sp>
      <p:pic>
        <p:nvPicPr>
          <p:cNvPr id="5" name="Picture 4" descr="Output of ordering product by the price in descending order.">
            <a:extLst>
              <a:ext uri="{FF2B5EF4-FFF2-40B4-BE49-F238E27FC236}">
                <a16:creationId xmlns:a16="http://schemas.microsoft.com/office/drawing/2014/main" id="{575B38AD-82DC-3B68-DF82-ECB0E41EA0CC}"/>
              </a:ext>
            </a:extLst>
          </p:cNvPr>
          <p:cNvPicPr>
            <a:picLocks noChangeAspect="1"/>
          </p:cNvPicPr>
          <p:nvPr/>
        </p:nvPicPr>
        <p:blipFill rotWithShape="1">
          <a:blip r:embed="rId2"/>
          <a:srcRect l="3584"/>
          <a:stretch>
            <a:fillRect/>
          </a:stretch>
        </p:blipFill>
        <p:spPr bwMode="auto">
          <a:xfrm>
            <a:off x="9211860" y="763179"/>
            <a:ext cx="2056024" cy="1545254"/>
          </a:xfrm>
          <a:prstGeom prst="rect">
            <a:avLst/>
          </a:prstGeom>
          <a:ln>
            <a:noFill/>
          </a:ln>
          <a:extLst>
            <a:ext uri="{53640926-AAD7-44D8-BBD7-CCE9431645EC}">
              <a14:shadowObscured xmlns:a14="http://schemas.microsoft.com/office/drawing/2010/main"/>
            </a:ext>
          </a:extLst>
        </p:spPr>
      </p:pic>
      <p:pic>
        <p:nvPicPr>
          <p:cNvPr id="6" name="Picture 5" descr="Output of selecting a specific item via ID.">
            <a:extLst>
              <a:ext uri="{FF2B5EF4-FFF2-40B4-BE49-F238E27FC236}">
                <a16:creationId xmlns:a16="http://schemas.microsoft.com/office/drawing/2014/main" id="{BB5E97F5-72BC-29B4-E1B8-0077261FA46C}"/>
              </a:ext>
            </a:extLst>
          </p:cNvPr>
          <p:cNvPicPr>
            <a:picLocks noChangeAspect="1"/>
          </p:cNvPicPr>
          <p:nvPr/>
        </p:nvPicPr>
        <p:blipFill rotWithShape="1">
          <a:blip r:embed="rId3"/>
          <a:srcRect l="3125"/>
          <a:stretch>
            <a:fillRect/>
          </a:stretch>
        </p:blipFill>
        <p:spPr bwMode="auto">
          <a:xfrm>
            <a:off x="8746674" y="2407941"/>
            <a:ext cx="2918434" cy="1212733"/>
          </a:xfrm>
          <a:prstGeom prst="rect">
            <a:avLst/>
          </a:prstGeom>
          <a:ln>
            <a:noFill/>
          </a:ln>
          <a:extLst>
            <a:ext uri="{53640926-AAD7-44D8-BBD7-CCE9431645EC}">
              <a14:shadowObscured xmlns:a14="http://schemas.microsoft.com/office/drawing/2010/main"/>
            </a:ext>
          </a:extLst>
        </p:spPr>
      </p:pic>
      <p:pic>
        <p:nvPicPr>
          <p:cNvPr id="7" name="Picture 6" descr="Output of filtering in a range with relational operators and AND.">
            <a:extLst>
              <a:ext uri="{FF2B5EF4-FFF2-40B4-BE49-F238E27FC236}">
                <a16:creationId xmlns:a16="http://schemas.microsoft.com/office/drawing/2014/main" id="{7AE201BE-74B9-0C93-496F-2552414822E8}"/>
              </a:ext>
            </a:extLst>
          </p:cNvPr>
          <p:cNvPicPr>
            <a:picLocks noChangeAspect="1"/>
          </p:cNvPicPr>
          <p:nvPr/>
        </p:nvPicPr>
        <p:blipFill rotWithShape="1">
          <a:blip r:embed="rId4"/>
          <a:srcRect l="2084"/>
          <a:stretch>
            <a:fillRect/>
          </a:stretch>
        </p:blipFill>
        <p:spPr bwMode="auto">
          <a:xfrm>
            <a:off x="8746674" y="3784007"/>
            <a:ext cx="2986396" cy="1246198"/>
          </a:xfrm>
          <a:prstGeom prst="rect">
            <a:avLst/>
          </a:prstGeom>
          <a:ln>
            <a:noFill/>
          </a:ln>
          <a:extLst>
            <a:ext uri="{53640926-AAD7-44D8-BBD7-CCE9431645EC}">
              <a14:shadowObscured xmlns:a14="http://schemas.microsoft.com/office/drawing/2010/main"/>
            </a:ext>
          </a:extLst>
        </p:spPr>
      </p:pic>
      <p:pic>
        <p:nvPicPr>
          <p:cNvPr id="8" name="Picture 7" descr="Output of filter within a range using BETWEEN command.">
            <a:extLst>
              <a:ext uri="{FF2B5EF4-FFF2-40B4-BE49-F238E27FC236}">
                <a16:creationId xmlns:a16="http://schemas.microsoft.com/office/drawing/2014/main" id="{7B6D6461-F0C6-E573-9DFE-A9625A9B8B2E}"/>
              </a:ext>
            </a:extLst>
          </p:cNvPr>
          <p:cNvPicPr>
            <a:picLocks noChangeAspect="1"/>
          </p:cNvPicPr>
          <p:nvPr/>
        </p:nvPicPr>
        <p:blipFill rotWithShape="1">
          <a:blip r:embed="rId5"/>
          <a:srcRect l="926" r="1"/>
          <a:stretch>
            <a:fillRect/>
          </a:stretch>
        </p:blipFill>
        <p:spPr bwMode="auto">
          <a:xfrm>
            <a:off x="8777236" y="5356871"/>
            <a:ext cx="3128229" cy="128275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96591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DBBE0-6D83-41C5-7408-FBB318C47015}"/>
              </a:ext>
            </a:extLst>
          </p:cNvPr>
          <p:cNvSpPr>
            <a:spLocks noGrp="1"/>
          </p:cNvSpPr>
          <p:nvPr>
            <p:ph type="title"/>
          </p:nvPr>
        </p:nvSpPr>
        <p:spPr/>
        <p:txBody>
          <a:bodyPr/>
          <a:lstStyle/>
          <a:p>
            <a:r>
              <a:rPr lang="en-US" dirty="0"/>
              <a:t>Aggregate Functions</a:t>
            </a:r>
          </a:p>
        </p:txBody>
      </p:sp>
      <p:sp>
        <p:nvSpPr>
          <p:cNvPr id="4" name="Content Placeholder 3">
            <a:extLst>
              <a:ext uri="{FF2B5EF4-FFF2-40B4-BE49-F238E27FC236}">
                <a16:creationId xmlns:a16="http://schemas.microsoft.com/office/drawing/2014/main" id="{40601856-4BA3-2E27-0E1A-9DF19F3E669E}"/>
              </a:ext>
            </a:extLst>
          </p:cNvPr>
          <p:cNvSpPr>
            <a:spLocks noGrp="1"/>
          </p:cNvSpPr>
          <p:nvPr>
            <p:ph sz="half" idx="1"/>
          </p:nvPr>
        </p:nvSpPr>
        <p:spPr>
          <a:xfrm>
            <a:off x="52063" y="1554377"/>
            <a:ext cx="4843272" cy="4143375"/>
          </a:xfrm>
        </p:spPr>
        <p:txBody>
          <a:bodyPr>
            <a:normAutofit/>
          </a:bodyPr>
          <a:lstStyle/>
          <a:p>
            <a:r>
              <a:rPr lang="en-US" dirty="0"/>
              <a:t>Databases can do some calculations for you</a:t>
            </a:r>
          </a:p>
          <a:p>
            <a:pPr lvl="1"/>
            <a:r>
              <a:rPr lang="en-US" dirty="0"/>
              <a:t>You don’t need to program reading in all and doing the calculations yourself</a:t>
            </a:r>
          </a:p>
          <a:p>
            <a:r>
              <a:rPr lang="en-US" dirty="0">
                <a:latin typeface="Consolas" panose="020B0609020204030204" pitchFamily="49" charset="0"/>
              </a:rPr>
              <a:t>COUNT()</a:t>
            </a:r>
          </a:p>
          <a:p>
            <a:r>
              <a:rPr lang="en-US" dirty="0">
                <a:latin typeface="Consolas" panose="020B0609020204030204" pitchFamily="49" charset="0"/>
              </a:rPr>
              <a:t>AVG()</a:t>
            </a:r>
          </a:p>
          <a:p>
            <a:r>
              <a:rPr lang="en-US" dirty="0">
                <a:latin typeface="Consolas" panose="020B0609020204030204" pitchFamily="49" charset="0"/>
              </a:rPr>
              <a:t>SUM()</a:t>
            </a:r>
          </a:p>
          <a:p>
            <a:r>
              <a:rPr lang="en-US" dirty="0"/>
              <a:t>and more</a:t>
            </a:r>
          </a:p>
        </p:txBody>
      </p:sp>
      <p:sp>
        <p:nvSpPr>
          <p:cNvPr id="5" name="Content Placeholder 4">
            <a:extLst>
              <a:ext uri="{FF2B5EF4-FFF2-40B4-BE49-F238E27FC236}">
                <a16:creationId xmlns:a16="http://schemas.microsoft.com/office/drawing/2014/main" id="{1ECA8E96-0549-781E-28FC-B2BE397D7757}"/>
              </a:ext>
            </a:extLst>
          </p:cNvPr>
          <p:cNvSpPr>
            <a:spLocks noGrp="1"/>
          </p:cNvSpPr>
          <p:nvPr>
            <p:ph sz="half" idx="2"/>
          </p:nvPr>
        </p:nvSpPr>
        <p:spPr>
          <a:xfrm>
            <a:off x="4850029" y="1554377"/>
            <a:ext cx="5181598" cy="4143375"/>
          </a:xfrm>
        </p:spPr>
        <p:txBody>
          <a:bodyPr>
            <a:noAutofit/>
          </a:bodyPr>
          <a:lstStyle/>
          <a:p>
            <a:pPr marL="0" marR="0">
              <a:lnSpc>
                <a:spcPct val="115000"/>
              </a:lnSpc>
              <a:spcAft>
                <a:spcPts val="1000"/>
              </a:spcAft>
              <a:buNone/>
            </a:pPr>
            <a:r>
              <a:rPr lang="en-US" sz="16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SELECT </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COUNT(*) </a:t>
            </a:r>
            <a:r>
              <a:rPr lang="en-US" sz="16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FROM </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a:t>
            </a:r>
            <a:b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WHERE </a:t>
            </a:r>
            <a:r>
              <a:rPr lang="en-US" sz="16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product_id</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1;</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600" dirty="0"/>
          </a:p>
          <a:p>
            <a:pPr marL="0" indent="0">
              <a:buNone/>
            </a:pPr>
            <a:endParaRPr lang="en-US" sz="1600" dirty="0"/>
          </a:p>
          <a:p>
            <a:pPr marL="0" marR="0">
              <a:lnSpc>
                <a:spcPct val="115000"/>
              </a:lnSpc>
              <a:spcAft>
                <a:spcPts val="1000"/>
              </a:spcAft>
              <a:buNone/>
            </a:pPr>
            <a:r>
              <a:rPr lang="en-US" sz="16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SELECT AVG</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(rating) </a:t>
            </a:r>
            <a:r>
              <a:rPr lang="en-US" sz="16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FROM </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a:t>
            </a:r>
            <a:b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WHERE </a:t>
            </a:r>
            <a:r>
              <a:rPr lang="en-US" sz="16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product_id</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1;</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600" dirty="0"/>
          </a:p>
          <a:p>
            <a:pPr marL="0" indent="0">
              <a:buNone/>
            </a:pPr>
            <a:endParaRPr lang="en-US" sz="1600" dirty="0"/>
          </a:p>
          <a:p>
            <a:pPr marL="0" marR="0">
              <a:lnSpc>
                <a:spcPct val="115000"/>
              </a:lnSpc>
              <a:spcAft>
                <a:spcPts val="1000"/>
              </a:spcAft>
              <a:buNone/>
            </a:pPr>
            <a:r>
              <a:rPr lang="en-US" sz="16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SELECT SUM</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6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stock_qty</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FROM </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dirty="0"/>
          </a:p>
        </p:txBody>
      </p:sp>
      <p:pic>
        <p:nvPicPr>
          <p:cNvPr id="6" name="Picture 5" descr="Output of the count of the rows.">
            <a:extLst>
              <a:ext uri="{FF2B5EF4-FFF2-40B4-BE49-F238E27FC236}">
                <a16:creationId xmlns:a16="http://schemas.microsoft.com/office/drawing/2014/main" id="{2EE9CB05-7532-B9AD-1C26-1BBA659975A0}"/>
              </a:ext>
            </a:extLst>
          </p:cNvPr>
          <p:cNvPicPr>
            <a:picLocks noChangeAspect="1"/>
          </p:cNvPicPr>
          <p:nvPr/>
        </p:nvPicPr>
        <p:blipFill>
          <a:blip r:embed="rId2"/>
          <a:stretch>
            <a:fillRect/>
          </a:stretch>
        </p:blipFill>
        <p:spPr>
          <a:xfrm>
            <a:off x="9332392" y="1046135"/>
            <a:ext cx="2498699" cy="1643535"/>
          </a:xfrm>
          <a:prstGeom prst="rect">
            <a:avLst/>
          </a:prstGeom>
        </p:spPr>
      </p:pic>
      <p:pic>
        <p:nvPicPr>
          <p:cNvPr id="7" name="Picture 6" descr="Output for the average rating on a product.">
            <a:extLst>
              <a:ext uri="{FF2B5EF4-FFF2-40B4-BE49-F238E27FC236}">
                <a16:creationId xmlns:a16="http://schemas.microsoft.com/office/drawing/2014/main" id="{C212F896-EA8F-1FC2-6C03-C7C52ACE85ED}"/>
              </a:ext>
            </a:extLst>
          </p:cNvPr>
          <p:cNvPicPr>
            <a:picLocks noChangeAspect="1"/>
          </p:cNvPicPr>
          <p:nvPr/>
        </p:nvPicPr>
        <p:blipFill>
          <a:blip r:embed="rId3"/>
          <a:stretch>
            <a:fillRect/>
          </a:stretch>
        </p:blipFill>
        <p:spPr>
          <a:xfrm>
            <a:off x="9332392" y="2929597"/>
            <a:ext cx="2306116" cy="1392933"/>
          </a:xfrm>
          <a:prstGeom prst="rect">
            <a:avLst/>
          </a:prstGeom>
        </p:spPr>
      </p:pic>
      <p:pic>
        <p:nvPicPr>
          <p:cNvPr id="8" name="Picture 7" descr="Output of the total of all stock of products.">
            <a:extLst>
              <a:ext uri="{FF2B5EF4-FFF2-40B4-BE49-F238E27FC236}">
                <a16:creationId xmlns:a16="http://schemas.microsoft.com/office/drawing/2014/main" id="{08000ECE-59C2-9BFD-D3A0-10AA85626F75}"/>
              </a:ext>
            </a:extLst>
          </p:cNvPr>
          <p:cNvPicPr>
            <a:picLocks noChangeAspect="1"/>
          </p:cNvPicPr>
          <p:nvPr/>
        </p:nvPicPr>
        <p:blipFill>
          <a:blip r:embed="rId4"/>
          <a:stretch>
            <a:fillRect/>
          </a:stretch>
        </p:blipFill>
        <p:spPr>
          <a:xfrm>
            <a:off x="9239008" y="4558289"/>
            <a:ext cx="2900929" cy="1604531"/>
          </a:xfrm>
          <a:prstGeom prst="rect">
            <a:avLst/>
          </a:prstGeom>
        </p:spPr>
      </p:pic>
    </p:spTree>
    <p:extLst>
      <p:ext uri="{BB962C8B-B14F-4D97-AF65-F5344CB8AC3E}">
        <p14:creationId xmlns:p14="http://schemas.microsoft.com/office/powerpoint/2010/main" val="39952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489C-1522-DAB5-180D-C125E377F4D0}"/>
              </a:ext>
            </a:extLst>
          </p:cNvPr>
          <p:cNvSpPr>
            <a:spLocks noGrp="1"/>
          </p:cNvSpPr>
          <p:nvPr>
            <p:ph type="title"/>
          </p:nvPr>
        </p:nvSpPr>
        <p:spPr/>
        <p:txBody>
          <a:bodyPr/>
          <a:lstStyle/>
          <a:p>
            <a:r>
              <a:rPr lang="en-US" dirty="0"/>
              <a:t>Inserting Data</a:t>
            </a:r>
          </a:p>
        </p:txBody>
      </p:sp>
      <p:sp>
        <p:nvSpPr>
          <p:cNvPr id="4" name="Content Placeholder 3">
            <a:extLst>
              <a:ext uri="{FF2B5EF4-FFF2-40B4-BE49-F238E27FC236}">
                <a16:creationId xmlns:a16="http://schemas.microsoft.com/office/drawing/2014/main" id="{9D9C692F-8803-B6CE-2879-88B7EBD6CF35}"/>
              </a:ext>
            </a:extLst>
          </p:cNvPr>
          <p:cNvSpPr>
            <a:spLocks noGrp="1"/>
          </p:cNvSpPr>
          <p:nvPr>
            <p:ph sz="half" idx="1"/>
          </p:nvPr>
        </p:nvSpPr>
        <p:spPr>
          <a:xfrm>
            <a:off x="527798" y="1552575"/>
            <a:ext cx="4843272" cy="4143375"/>
          </a:xfrm>
        </p:spPr>
        <p:txBody>
          <a:bodyPr>
            <a:normAutofit lnSpcReduction="10000"/>
          </a:bodyPr>
          <a:lstStyle/>
          <a:p>
            <a:r>
              <a:rPr lang="en-US" dirty="0"/>
              <a:t>Use the </a:t>
            </a:r>
            <a:r>
              <a:rPr lang="en-US" dirty="0">
                <a:latin typeface="Consolas" panose="020B0609020204030204" pitchFamily="49" charset="0"/>
              </a:rPr>
              <a:t>INSERT INTO</a:t>
            </a:r>
            <a:r>
              <a:rPr lang="en-US" dirty="0"/>
              <a:t> command to add a row of data into your table</a:t>
            </a:r>
          </a:p>
          <a:p>
            <a:r>
              <a:rPr lang="en-US" dirty="0"/>
              <a:t>Define the table</a:t>
            </a:r>
          </a:p>
          <a:p>
            <a:r>
              <a:rPr lang="en-US" dirty="0"/>
              <a:t>Define the columns (optional)</a:t>
            </a:r>
          </a:p>
          <a:p>
            <a:pPr lvl="1"/>
            <a:r>
              <a:rPr lang="en-US" dirty="0"/>
              <a:t>If you have a column that is auto incrementing like an ‘id’ then you must define columns</a:t>
            </a:r>
          </a:p>
          <a:p>
            <a:pPr lvl="1"/>
            <a:r>
              <a:rPr lang="en-US" dirty="0"/>
              <a:t>Parenthesis with column names defined separated by commas</a:t>
            </a:r>
          </a:p>
          <a:p>
            <a:r>
              <a:rPr lang="en-US" dirty="0"/>
              <a:t>Define the </a:t>
            </a:r>
            <a:r>
              <a:rPr lang="en-US" dirty="0">
                <a:latin typeface="Consolas" panose="020B0609020204030204" pitchFamily="49" charset="0"/>
              </a:rPr>
              <a:t>VALUES</a:t>
            </a:r>
          </a:p>
          <a:p>
            <a:pPr lvl="1"/>
            <a:r>
              <a:rPr lang="en-US" dirty="0"/>
              <a:t>Parenthesis with values separated by commas</a:t>
            </a:r>
          </a:p>
        </p:txBody>
      </p:sp>
      <p:sp>
        <p:nvSpPr>
          <p:cNvPr id="5" name="Content Placeholder 4">
            <a:extLst>
              <a:ext uri="{FF2B5EF4-FFF2-40B4-BE49-F238E27FC236}">
                <a16:creationId xmlns:a16="http://schemas.microsoft.com/office/drawing/2014/main" id="{89AD5C66-B599-6659-6A90-9CBD0B6658D9}"/>
              </a:ext>
            </a:extLst>
          </p:cNvPr>
          <p:cNvSpPr>
            <a:spLocks noGrp="1"/>
          </p:cNvSpPr>
          <p:nvPr>
            <p:ph sz="half" idx="2"/>
          </p:nvPr>
        </p:nvSpPr>
        <p:spPr>
          <a:xfrm>
            <a:off x="5436975" y="1781175"/>
            <a:ext cx="6277230" cy="4143375"/>
          </a:xfrm>
        </p:spPr>
        <p:txBody>
          <a:bodyPr>
            <a:noAutofit/>
          </a:bodyPr>
          <a:lstStyle/>
          <a:p>
            <a:pPr marL="0" marR="0">
              <a:lnSpc>
                <a:spcPct val="115000"/>
              </a:lnSpc>
              <a:spcAft>
                <a:spcPts val="1000"/>
              </a:spcAft>
              <a:buNone/>
            </a:pPr>
            <a:r>
              <a:rPr lang="en-US" sz="12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INSERT INTO </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 (name, brand, price,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stock_qty</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VALUES </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('Bluetooth Headphones',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SoundMax</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59.99, 25);</a:t>
            </a:r>
            <a:endParaRPr lang="en-US" sz="1200" b="1" dirty="0">
              <a:solidFill>
                <a:srgbClr val="000000"/>
              </a:solidFill>
              <a:latin typeface="Courier New" panose="02070309020205020404" pitchFamily="49" charset="0"/>
              <a:ea typeface="MS Mincho" panose="02020609040205080304" pitchFamily="49" charset="-128"/>
              <a:cs typeface="Times New Roman" panose="02020603050405020304" pitchFamily="18" charset="0"/>
            </a:endParaRPr>
          </a:p>
          <a:p>
            <a:pPr marL="0" marR="0">
              <a:lnSpc>
                <a:spcPct val="115000"/>
              </a:lnSpc>
              <a:spcAft>
                <a:spcPts val="1000"/>
              </a:spcAft>
              <a:buNone/>
            </a:pPr>
            <a:endParaRPr lang="en-US" sz="12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12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INSERT INTO </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product_id</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rating, title, comment, reviewer)</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VALUES </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(1, 5, 'Great sound!', 'Battery lasted all week.', 'Ava');</a:t>
            </a:r>
            <a:endParaRPr lang="en-US" sz="12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200" dirty="0"/>
          </a:p>
        </p:txBody>
      </p:sp>
    </p:spTree>
    <p:extLst>
      <p:ext uri="{BB962C8B-B14F-4D97-AF65-F5344CB8AC3E}">
        <p14:creationId xmlns:p14="http://schemas.microsoft.com/office/powerpoint/2010/main" val="1687701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ECE52-78AB-FFC7-A34F-2E114D1CCC51}"/>
              </a:ext>
            </a:extLst>
          </p:cNvPr>
          <p:cNvSpPr>
            <a:spLocks noGrp="1"/>
          </p:cNvSpPr>
          <p:nvPr>
            <p:ph type="title"/>
          </p:nvPr>
        </p:nvSpPr>
        <p:spPr/>
        <p:txBody>
          <a:bodyPr/>
          <a:lstStyle/>
          <a:p>
            <a:r>
              <a:rPr lang="en-US" dirty="0"/>
              <a:t>Update a row</a:t>
            </a:r>
          </a:p>
        </p:txBody>
      </p:sp>
      <p:sp>
        <p:nvSpPr>
          <p:cNvPr id="4" name="Content Placeholder 3">
            <a:extLst>
              <a:ext uri="{FF2B5EF4-FFF2-40B4-BE49-F238E27FC236}">
                <a16:creationId xmlns:a16="http://schemas.microsoft.com/office/drawing/2014/main" id="{94F0C410-1CBF-0D50-D117-128CA9BC797C}"/>
              </a:ext>
            </a:extLst>
          </p:cNvPr>
          <p:cNvSpPr>
            <a:spLocks noGrp="1"/>
          </p:cNvSpPr>
          <p:nvPr>
            <p:ph sz="half" idx="1"/>
          </p:nvPr>
        </p:nvSpPr>
        <p:spPr/>
        <p:txBody>
          <a:bodyPr/>
          <a:lstStyle/>
          <a:p>
            <a:r>
              <a:rPr lang="en-US" dirty="0"/>
              <a:t>To update a row, the entire table or a selection of rows you use the </a:t>
            </a:r>
            <a:r>
              <a:rPr lang="en-US" dirty="0">
                <a:latin typeface="Consolas" panose="020B0609020204030204" pitchFamily="49" charset="0"/>
              </a:rPr>
              <a:t>UPDATE</a:t>
            </a:r>
            <a:r>
              <a:rPr lang="en-US" dirty="0"/>
              <a:t> command</a:t>
            </a:r>
          </a:p>
          <a:p>
            <a:r>
              <a:rPr lang="en-US" dirty="0"/>
              <a:t>You must define the table</a:t>
            </a:r>
          </a:p>
          <a:p>
            <a:r>
              <a:rPr lang="en-US" dirty="0"/>
              <a:t>Use the </a:t>
            </a:r>
            <a:r>
              <a:rPr lang="en-US" dirty="0">
                <a:latin typeface="Consolas" panose="020B0609020204030204" pitchFamily="49" charset="0"/>
              </a:rPr>
              <a:t>SET</a:t>
            </a:r>
            <a:r>
              <a:rPr lang="en-US" dirty="0"/>
              <a:t> command to define what columns and what should be updated with an ‘=‘</a:t>
            </a:r>
          </a:p>
          <a:p>
            <a:r>
              <a:rPr lang="en-US" dirty="0"/>
              <a:t>Include the </a:t>
            </a:r>
            <a:r>
              <a:rPr lang="en-US" dirty="0">
                <a:latin typeface="Consolas" panose="020B0609020204030204" pitchFamily="49" charset="0"/>
              </a:rPr>
              <a:t>WHERE</a:t>
            </a:r>
            <a:r>
              <a:rPr lang="en-US" dirty="0"/>
              <a:t> clause to limit what rows to update</a:t>
            </a:r>
          </a:p>
        </p:txBody>
      </p:sp>
      <p:sp>
        <p:nvSpPr>
          <p:cNvPr id="5" name="Content Placeholder 4">
            <a:extLst>
              <a:ext uri="{FF2B5EF4-FFF2-40B4-BE49-F238E27FC236}">
                <a16:creationId xmlns:a16="http://schemas.microsoft.com/office/drawing/2014/main" id="{B4B69436-854B-03FF-AB13-A4CE97098DAA}"/>
              </a:ext>
            </a:extLst>
          </p:cNvPr>
          <p:cNvSpPr>
            <a:spLocks noGrp="1"/>
          </p:cNvSpPr>
          <p:nvPr>
            <p:ph sz="half" idx="2"/>
          </p:nvPr>
        </p:nvSpPr>
        <p:spPr/>
        <p:txBody>
          <a:bodyPr/>
          <a:lstStyle/>
          <a:p>
            <a:pPr marL="0">
              <a:lnSpc>
                <a:spcPct val="115000"/>
              </a:lnSpc>
              <a:spcAft>
                <a:spcPts val="1000"/>
              </a:spcAft>
              <a:buNone/>
            </a:pP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UPDATE </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SET </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stock_qty</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20</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WHERE </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id = 1;</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b="1" dirty="0">
                <a:solidFill>
                  <a:srgbClr val="C20000"/>
                </a:solidFill>
                <a:latin typeface="Courier New" panose="02070309020205020404" pitchFamily="49" charset="0"/>
                <a:ea typeface="MS Mincho" panose="02020609040205080304" pitchFamily="49" charset="-128"/>
                <a:cs typeface="Times New Roman" panose="02020603050405020304" pitchFamily="18" charset="0"/>
              </a:rPr>
              <a:t>UPDATE </a:t>
            </a:r>
            <a:r>
              <a:rPr lang="en-US" b="1" dirty="0">
                <a:solidFill>
                  <a:srgbClr val="000000"/>
                </a:solidFill>
                <a:latin typeface="Courier New" panose="02070309020205020404" pitchFamily="49" charset="0"/>
                <a:ea typeface="MS Mincho" panose="02020609040205080304" pitchFamily="49" charset="-128"/>
                <a:cs typeface="Times New Roman" panose="02020603050405020304" pitchFamily="18" charset="0"/>
              </a:rPr>
              <a:t>product</a:t>
            </a:r>
            <a:br>
              <a:rPr lang="en-US" b="1" dirty="0">
                <a:solidFill>
                  <a:srgbClr val="000000"/>
                </a:solidFill>
                <a:latin typeface="Courier New" panose="02070309020205020404" pitchFamily="49" charset="0"/>
                <a:ea typeface="MS Mincho" panose="02020609040205080304" pitchFamily="49" charset="-128"/>
                <a:cs typeface="Times New Roman" panose="02020603050405020304" pitchFamily="18" charset="0"/>
              </a:rPr>
            </a:br>
            <a:r>
              <a:rPr lang="en-US" b="1" dirty="0">
                <a:solidFill>
                  <a:srgbClr val="C20000"/>
                </a:solidFill>
                <a:latin typeface="Courier New" panose="02070309020205020404" pitchFamily="49" charset="0"/>
                <a:ea typeface="MS Mincho" panose="02020609040205080304" pitchFamily="49" charset="-128"/>
                <a:cs typeface="Times New Roman" panose="02020603050405020304" pitchFamily="18" charset="0"/>
              </a:rPr>
              <a:t>SET </a:t>
            </a:r>
            <a:r>
              <a:rPr lang="en-US" b="1" dirty="0">
                <a:solidFill>
                  <a:srgbClr val="000000"/>
                </a:solidFill>
                <a:latin typeface="Courier New" panose="02070309020205020404" pitchFamily="49" charset="0"/>
                <a:ea typeface="MS Mincho" panose="02020609040205080304" pitchFamily="49" charset="-128"/>
                <a:cs typeface="Times New Roman" panose="02020603050405020304" pitchFamily="18" charset="0"/>
              </a:rPr>
              <a:t>price = price * 1.05;</a:t>
            </a:r>
            <a:endParaRPr lang="en-US" dirty="0">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endParaRPr lang="en-US" sz="2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032425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C9A9A-8DF7-6EA7-E4C6-4F6938B3D039}"/>
              </a:ext>
            </a:extLst>
          </p:cNvPr>
          <p:cNvSpPr>
            <a:spLocks noGrp="1"/>
          </p:cNvSpPr>
          <p:nvPr>
            <p:ph type="title"/>
          </p:nvPr>
        </p:nvSpPr>
        <p:spPr/>
        <p:txBody>
          <a:bodyPr/>
          <a:lstStyle/>
          <a:p>
            <a:r>
              <a:rPr lang="en-US" dirty="0"/>
              <a:t>Delete</a:t>
            </a:r>
          </a:p>
        </p:txBody>
      </p:sp>
      <p:sp>
        <p:nvSpPr>
          <p:cNvPr id="4" name="Content Placeholder 3">
            <a:extLst>
              <a:ext uri="{FF2B5EF4-FFF2-40B4-BE49-F238E27FC236}">
                <a16:creationId xmlns:a16="http://schemas.microsoft.com/office/drawing/2014/main" id="{9E8D309A-BEC9-783C-6609-D54229A575FB}"/>
              </a:ext>
            </a:extLst>
          </p:cNvPr>
          <p:cNvSpPr>
            <a:spLocks noGrp="1"/>
          </p:cNvSpPr>
          <p:nvPr>
            <p:ph sz="half" idx="1"/>
          </p:nvPr>
        </p:nvSpPr>
        <p:spPr>
          <a:xfrm>
            <a:off x="1176528" y="1552575"/>
            <a:ext cx="4843272" cy="4594911"/>
          </a:xfrm>
          <a:solidFill>
            <a:schemeClr val="bg1"/>
          </a:solidFill>
        </p:spPr>
        <p:txBody>
          <a:bodyPr>
            <a:normAutofit fontScale="70000" lnSpcReduction="20000"/>
          </a:bodyPr>
          <a:lstStyle/>
          <a:p>
            <a:r>
              <a:rPr lang="en-US" dirty="0"/>
              <a:t>The </a:t>
            </a:r>
            <a:r>
              <a:rPr lang="en-US" dirty="0">
                <a:latin typeface="Consolas" panose="020B0609020204030204" pitchFamily="49" charset="0"/>
              </a:rPr>
              <a:t>DELETE</a:t>
            </a:r>
            <a:r>
              <a:rPr lang="en-US" dirty="0"/>
              <a:t> command can be use to remove rows from a table</a:t>
            </a:r>
          </a:p>
          <a:p>
            <a:r>
              <a:rPr lang="en-US" dirty="0"/>
              <a:t>Always be careful with delete to include a </a:t>
            </a:r>
            <a:r>
              <a:rPr lang="en-US" dirty="0">
                <a:latin typeface="Consolas" panose="020B0609020204030204" pitchFamily="49" charset="0"/>
              </a:rPr>
              <a:t>WHERE</a:t>
            </a:r>
            <a:r>
              <a:rPr lang="en-US" dirty="0"/>
              <a:t> clause otherwise you delete all the data in a table</a:t>
            </a:r>
          </a:p>
          <a:p>
            <a:r>
              <a:rPr lang="en-US" dirty="0"/>
              <a:t>Often times in the business environment you will have users for a database and set privileges</a:t>
            </a:r>
          </a:p>
          <a:p>
            <a:pPr lvl="1"/>
            <a:r>
              <a:rPr lang="en-US" dirty="0"/>
              <a:t>This way you can’t delete data</a:t>
            </a:r>
          </a:p>
          <a:p>
            <a:r>
              <a:rPr lang="en-US" dirty="0"/>
              <a:t>You can also use the </a:t>
            </a:r>
            <a:r>
              <a:rPr lang="en-US" dirty="0">
                <a:latin typeface="Consolas" panose="020B0609020204030204" pitchFamily="49" charset="0"/>
              </a:rPr>
              <a:t>DROP</a:t>
            </a:r>
            <a:r>
              <a:rPr lang="en-US" dirty="0"/>
              <a:t> command on a table to delete the table entirely</a:t>
            </a:r>
          </a:p>
          <a:p>
            <a:r>
              <a:rPr lang="en-US" dirty="0"/>
              <a:t>You may not ever want to delete but instead have properties like “active” or “inactive” for accounts</a:t>
            </a:r>
          </a:p>
          <a:p>
            <a:r>
              <a:rPr lang="en-US" dirty="0"/>
              <a:t>When deleting if there are any relationships with foreign keys errors can occur</a:t>
            </a:r>
          </a:p>
          <a:p>
            <a:pPr lvl="1"/>
            <a:r>
              <a:rPr lang="en-US" dirty="0"/>
              <a:t>In our example, we have review tied to products, if we try to delete a product with reviews then we will get a foreign key constraint error</a:t>
            </a:r>
          </a:p>
          <a:p>
            <a:pPr lvl="1"/>
            <a:r>
              <a:rPr lang="en-US" dirty="0"/>
              <a:t>There are some settings we can adjust to </a:t>
            </a:r>
            <a:r>
              <a:rPr lang="en-US" dirty="0">
                <a:latin typeface="Consolas" panose="020B0609020204030204" pitchFamily="49" charset="0"/>
              </a:rPr>
              <a:t>CASCADE</a:t>
            </a:r>
            <a:r>
              <a:rPr lang="en-US" dirty="0"/>
              <a:t> delete – we won’t worry about this now</a:t>
            </a:r>
          </a:p>
          <a:p>
            <a:pPr lvl="1"/>
            <a:r>
              <a:rPr lang="en-US" dirty="0"/>
              <a:t>Or just make sure to delete all reviews first before deleting a product</a:t>
            </a:r>
          </a:p>
        </p:txBody>
      </p:sp>
      <p:sp>
        <p:nvSpPr>
          <p:cNvPr id="5" name="Content Placeholder 4">
            <a:extLst>
              <a:ext uri="{FF2B5EF4-FFF2-40B4-BE49-F238E27FC236}">
                <a16:creationId xmlns:a16="http://schemas.microsoft.com/office/drawing/2014/main" id="{CAEC4FE1-0251-F74D-E296-C50735984922}"/>
              </a:ext>
            </a:extLst>
          </p:cNvPr>
          <p:cNvSpPr>
            <a:spLocks noGrp="1"/>
          </p:cNvSpPr>
          <p:nvPr>
            <p:ph sz="half" idx="2"/>
          </p:nvPr>
        </p:nvSpPr>
        <p:spPr/>
        <p:txBody>
          <a:bodyPr>
            <a:noAutofit/>
          </a:bodyPr>
          <a:lstStyle/>
          <a:p>
            <a:pPr marL="0" marR="0">
              <a:lnSpc>
                <a:spcPct val="115000"/>
              </a:lnSpc>
              <a:spcAft>
                <a:spcPts val="1000"/>
              </a:spcAft>
              <a:buNone/>
            </a:pP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DELETE FROM </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WHERE </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id = 10;</a:t>
            </a:r>
            <a:endParaRPr lang="en-US" sz="24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dirty="0"/>
          </a:p>
          <a:p>
            <a:pPr marL="0" marR="0">
              <a:lnSpc>
                <a:spcPct val="115000"/>
              </a:lnSpc>
              <a:spcAft>
                <a:spcPts val="1000"/>
              </a:spcAft>
              <a:buNone/>
            </a:pPr>
            <a:r>
              <a:rPr lang="en-US" sz="2400" b="1" dirty="0">
                <a:solidFill>
                  <a:srgbClr val="C20000"/>
                </a:solidFill>
                <a:effectLst/>
                <a:latin typeface="Courier New" panose="02070309020205020404" pitchFamily="49" charset="0"/>
                <a:ea typeface="MS Mincho" panose="02020609040205080304" pitchFamily="49" charset="-128"/>
                <a:cs typeface="Times New Roman" panose="02020603050405020304" pitchFamily="18" charset="0"/>
              </a:rPr>
              <a:t>DROP TABLE </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a:t>
            </a:r>
            <a:endParaRPr lang="en-US" sz="2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245661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6101-7904-E52C-1D6A-0FF33E9544B5}"/>
              </a:ext>
            </a:extLst>
          </p:cNvPr>
          <p:cNvSpPr>
            <a:spLocks noGrp="1"/>
          </p:cNvSpPr>
          <p:nvPr>
            <p:ph type="title"/>
          </p:nvPr>
        </p:nvSpPr>
        <p:spPr/>
        <p:txBody>
          <a:bodyPr/>
          <a:lstStyle/>
          <a:p>
            <a:r>
              <a:rPr lang="en-US" dirty="0"/>
              <a:t>SQL coding style</a:t>
            </a:r>
          </a:p>
        </p:txBody>
      </p:sp>
      <p:sp>
        <p:nvSpPr>
          <p:cNvPr id="3" name="Content Placeholder 2">
            <a:extLst>
              <a:ext uri="{FF2B5EF4-FFF2-40B4-BE49-F238E27FC236}">
                <a16:creationId xmlns:a16="http://schemas.microsoft.com/office/drawing/2014/main" id="{44158FA1-845B-C6AA-D7CC-F255ECF85235}"/>
              </a:ext>
            </a:extLst>
          </p:cNvPr>
          <p:cNvSpPr>
            <a:spLocks noGrp="1"/>
          </p:cNvSpPr>
          <p:nvPr>
            <p:ph sz="half" idx="1"/>
          </p:nvPr>
        </p:nvSpPr>
        <p:spPr/>
        <p:txBody>
          <a:bodyPr>
            <a:normAutofit lnSpcReduction="10000"/>
          </a:bodyPr>
          <a:lstStyle/>
          <a:p>
            <a:r>
              <a:rPr lang="en-US" dirty="0"/>
              <a:t>Typically on SQL commands we put them in all caps</a:t>
            </a:r>
          </a:p>
          <a:p>
            <a:r>
              <a:rPr lang="en-US" dirty="0"/>
              <a:t>Usually table names and columns are in lower case</a:t>
            </a:r>
          </a:p>
          <a:p>
            <a:r>
              <a:rPr lang="en-US" dirty="0"/>
              <a:t>If a column contains two words we use an underscore for the name</a:t>
            </a:r>
          </a:p>
          <a:p>
            <a:r>
              <a:rPr lang="en-US" dirty="0"/>
              <a:t>Usually we each SQL commands on new lines</a:t>
            </a:r>
          </a:p>
          <a:p>
            <a:r>
              <a:rPr lang="en-US" dirty="0"/>
              <a:t>Each SQL command ends in a semi colon</a:t>
            </a:r>
          </a:p>
          <a:p>
            <a:pPr lvl="1"/>
            <a:r>
              <a:rPr lang="en-US" dirty="0"/>
              <a:t>When putting SQL in a different coding environment we don’t need it</a:t>
            </a:r>
          </a:p>
        </p:txBody>
      </p:sp>
      <p:sp>
        <p:nvSpPr>
          <p:cNvPr id="4" name="Content Placeholder 3">
            <a:extLst>
              <a:ext uri="{FF2B5EF4-FFF2-40B4-BE49-F238E27FC236}">
                <a16:creationId xmlns:a16="http://schemas.microsoft.com/office/drawing/2014/main" id="{0E9620BC-904C-1C65-62F1-3DA7F29DA9ED}"/>
              </a:ext>
            </a:extLst>
          </p:cNvPr>
          <p:cNvSpPr>
            <a:spLocks noGrp="1"/>
          </p:cNvSpPr>
          <p:nvPr>
            <p:ph sz="half" idx="2"/>
          </p:nvPr>
        </p:nvSpPr>
        <p:spPr/>
        <p:txBody>
          <a:bodyPr>
            <a:normAutofit lnSpcReduction="10000"/>
          </a:bodyPr>
          <a:lstStyle/>
          <a:p>
            <a:pPr marL="0" indent="0">
              <a:lnSpc>
                <a:spcPct val="115000"/>
              </a:lnSpc>
              <a:spcAft>
                <a:spcPts val="1000"/>
              </a:spcAft>
              <a:buNone/>
            </a:pPr>
            <a:r>
              <a:rPr lang="en-US" sz="2600" b="1" dirty="0">
                <a:solidFill>
                  <a:srgbClr val="C00000"/>
                </a:solidFill>
                <a:effectLst/>
                <a:latin typeface="Consolas" panose="020B0609020204030204" pitchFamily="49" charset="0"/>
                <a:ea typeface="MS Mincho" panose="02020609040205080304" pitchFamily="49" charset="-128"/>
                <a:cs typeface="Courier New" panose="02070309020205020404" pitchFamily="49" charset="0"/>
              </a:rPr>
              <a:t>SELECT</a:t>
            </a:r>
            <a:r>
              <a:rPr lang="en-US" sz="2600" b="1" dirty="0">
                <a:effectLst/>
                <a:latin typeface="Consolas" panose="020B0609020204030204" pitchFamily="49" charset="0"/>
                <a:ea typeface="MS Mincho" panose="02020609040205080304" pitchFamily="49" charset="-128"/>
                <a:cs typeface="Courier New" panose="02070309020205020404" pitchFamily="49" charset="0"/>
              </a:rPr>
              <a:t> * </a:t>
            </a:r>
            <a:br>
              <a:rPr lang="en-US" sz="2600" b="1" dirty="0">
                <a:effectLst/>
                <a:latin typeface="Consolas" panose="020B0609020204030204" pitchFamily="49" charset="0"/>
                <a:ea typeface="MS Mincho" panose="02020609040205080304" pitchFamily="49" charset="-128"/>
                <a:cs typeface="Courier New" panose="02070309020205020404" pitchFamily="49" charset="0"/>
              </a:rPr>
            </a:br>
            <a:r>
              <a:rPr lang="en-US" sz="2600" b="1" dirty="0">
                <a:solidFill>
                  <a:srgbClr val="C00000"/>
                </a:solidFill>
                <a:effectLst/>
                <a:latin typeface="Consolas" panose="020B0609020204030204" pitchFamily="49" charset="0"/>
                <a:ea typeface="MS Mincho" panose="02020609040205080304" pitchFamily="49" charset="-128"/>
                <a:cs typeface="Courier New" panose="02070309020205020404" pitchFamily="49" charset="0"/>
              </a:rPr>
              <a:t>FROM</a:t>
            </a:r>
            <a:r>
              <a:rPr lang="en-US" sz="2600" b="1" dirty="0">
                <a:effectLst/>
                <a:latin typeface="Consolas" panose="020B0609020204030204" pitchFamily="49" charset="0"/>
                <a:ea typeface="MS Mincho" panose="02020609040205080304" pitchFamily="49" charset="-128"/>
                <a:cs typeface="Courier New" panose="02070309020205020404" pitchFamily="49" charset="0"/>
              </a:rPr>
              <a:t> </a:t>
            </a:r>
            <a:r>
              <a:rPr lang="en-US" sz="2600" b="1" dirty="0" err="1">
                <a:effectLst/>
                <a:latin typeface="Consolas" panose="020B0609020204030204" pitchFamily="49" charset="0"/>
                <a:ea typeface="MS Mincho" panose="02020609040205080304" pitchFamily="49" charset="-128"/>
                <a:cs typeface="Courier New" panose="02070309020205020404" pitchFamily="49" charset="0"/>
              </a:rPr>
              <a:t>table_name</a:t>
            </a:r>
            <a:br>
              <a:rPr lang="en-US" sz="2600" b="1" dirty="0">
                <a:effectLst/>
                <a:latin typeface="Consolas" panose="020B0609020204030204" pitchFamily="49" charset="0"/>
                <a:ea typeface="MS Mincho" panose="02020609040205080304" pitchFamily="49" charset="-128"/>
                <a:cs typeface="Courier New" panose="02070309020205020404" pitchFamily="49" charset="0"/>
              </a:rPr>
            </a:br>
            <a:r>
              <a:rPr lang="en-US" sz="2600" b="1" dirty="0">
                <a:solidFill>
                  <a:srgbClr val="C00000"/>
                </a:solidFill>
                <a:effectLst/>
                <a:latin typeface="Consolas" panose="020B0609020204030204" pitchFamily="49" charset="0"/>
                <a:ea typeface="MS Mincho" panose="02020609040205080304" pitchFamily="49" charset="-128"/>
                <a:cs typeface="Courier New" panose="02070309020205020404" pitchFamily="49" charset="0"/>
              </a:rPr>
              <a:t>WHERE</a:t>
            </a:r>
            <a:r>
              <a:rPr lang="en-US" sz="2600" b="1" dirty="0">
                <a:effectLst/>
                <a:latin typeface="Consolas" panose="020B0609020204030204" pitchFamily="49" charset="0"/>
                <a:ea typeface="MS Mincho" panose="02020609040205080304" pitchFamily="49" charset="-128"/>
                <a:cs typeface="Courier New" panose="02070309020205020404" pitchFamily="49" charset="0"/>
              </a:rPr>
              <a:t> id = 7</a:t>
            </a:r>
            <a:br>
              <a:rPr lang="en-US" sz="2600" b="1" dirty="0">
                <a:effectLst/>
                <a:latin typeface="Consolas" panose="020B0609020204030204" pitchFamily="49" charset="0"/>
                <a:ea typeface="MS Mincho" panose="02020609040205080304" pitchFamily="49" charset="-128"/>
                <a:cs typeface="Courier New" panose="02070309020205020404" pitchFamily="49" charset="0"/>
              </a:rPr>
            </a:br>
            <a:r>
              <a:rPr lang="en-US" sz="2600" b="1" dirty="0">
                <a:solidFill>
                  <a:srgbClr val="C00000"/>
                </a:solidFill>
                <a:effectLst/>
                <a:latin typeface="Consolas" panose="020B0609020204030204" pitchFamily="49" charset="0"/>
                <a:ea typeface="MS Mincho" panose="02020609040205080304" pitchFamily="49" charset="-128"/>
                <a:cs typeface="Courier New" panose="02070309020205020404" pitchFamily="49" charset="0"/>
              </a:rPr>
              <a:t>ORDER BY</a:t>
            </a:r>
            <a:r>
              <a:rPr lang="en-US" sz="2600" b="1" dirty="0">
                <a:effectLst/>
                <a:latin typeface="Consolas" panose="020B0609020204030204" pitchFamily="49" charset="0"/>
                <a:ea typeface="MS Mincho" panose="02020609040205080304" pitchFamily="49" charset="-128"/>
                <a:cs typeface="Courier New" panose="02070309020205020404" pitchFamily="49" charset="0"/>
              </a:rPr>
              <a:t> price ASC;</a:t>
            </a:r>
            <a:endParaRPr lang="en-US" sz="26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US" dirty="0"/>
          </a:p>
        </p:txBody>
      </p:sp>
    </p:spTree>
    <p:extLst>
      <p:ext uri="{BB962C8B-B14F-4D97-AF65-F5344CB8AC3E}">
        <p14:creationId xmlns:p14="http://schemas.microsoft.com/office/powerpoint/2010/main" val="3340952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A1F71-507C-7324-4080-2854C6A4FEC2}"/>
              </a:ext>
            </a:extLst>
          </p:cNvPr>
          <p:cNvSpPr>
            <a:spLocks noGrp="1"/>
          </p:cNvSpPr>
          <p:nvPr>
            <p:ph type="title"/>
          </p:nvPr>
        </p:nvSpPr>
        <p:spPr/>
        <p:txBody>
          <a:bodyPr/>
          <a:lstStyle/>
          <a:p>
            <a:r>
              <a:rPr lang="en-US" dirty="0"/>
              <a:t>Coding Example – Using DB Browser</a:t>
            </a:r>
          </a:p>
        </p:txBody>
      </p:sp>
      <p:sp>
        <p:nvSpPr>
          <p:cNvPr id="3" name="Content Placeholder 2">
            <a:extLst>
              <a:ext uri="{FF2B5EF4-FFF2-40B4-BE49-F238E27FC236}">
                <a16:creationId xmlns:a16="http://schemas.microsoft.com/office/drawing/2014/main" id="{2996F372-779C-B7BE-AE55-17CD1D6CD4D5}"/>
              </a:ext>
            </a:extLst>
          </p:cNvPr>
          <p:cNvSpPr>
            <a:spLocks noGrp="1"/>
          </p:cNvSpPr>
          <p:nvPr>
            <p:ph idx="1"/>
          </p:nvPr>
        </p:nvSpPr>
        <p:spPr/>
        <p:txBody>
          <a:bodyPr>
            <a:normAutofit lnSpcReduction="10000"/>
          </a:bodyPr>
          <a:lstStyle/>
          <a:p>
            <a:r>
              <a:rPr lang="en-US" dirty="0"/>
              <a:t>We need a database for our Bank Account System</a:t>
            </a:r>
          </a:p>
          <a:p>
            <a:r>
              <a:rPr lang="en-US" dirty="0"/>
              <a:t>The design should mirror our objects</a:t>
            </a:r>
          </a:p>
          <a:p>
            <a:r>
              <a:rPr lang="en-US" dirty="0" err="1"/>
              <a:t>BankAccounts</a:t>
            </a:r>
            <a:r>
              <a:rPr lang="en-US" dirty="0"/>
              <a:t> - we have checking and savings with different column values</a:t>
            </a:r>
          </a:p>
          <a:p>
            <a:r>
              <a:rPr lang="en-US" dirty="0"/>
              <a:t>Transactions – multiple transactions per account – many to one</a:t>
            </a:r>
          </a:p>
          <a:p>
            <a:r>
              <a:rPr lang="en-US" dirty="0"/>
              <a:t>Owner – can be multiple owners per account – many to many</a:t>
            </a:r>
          </a:p>
          <a:p>
            <a:pPr lvl="1"/>
            <a:r>
              <a:rPr lang="en-US" dirty="0"/>
              <a:t>Many owners to many bank accounts – need a bridge table to show this</a:t>
            </a:r>
          </a:p>
          <a:p>
            <a:endParaRPr lang="en-US" dirty="0"/>
          </a:p>
          <a:p>
            <a:r>
              <a:rPr lang="en-US" dirty="0"/>
              <a:t>Anything that is a list on an object is most likely a relationship!</a:t>
            </a:r>
          </a:p>
          <a:p>
            <a:endParaRPr lang="en-US" dirty="0"/>
          </a:p>
          <a:p>
            <a:r>
              <a:rPr lang="en-US" dirty="0"/>
              <a:t>Let’s create those tables using the DB Browser.</a:t>
            </a:r>
          </a:p>
        </p:txBody>
      </p:sp>
    </p:spTree>
    <p:extLst>
      <p:ext uri="{BB962C8B-B14F-4D97-AF65-F5344CB8AC3E}">
        <p14:creationId xmlns:p14="http://schemas.microsoft.com/office/powerpoint/2010/main" val="3749584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3DA44-6D2E-6CA3-03C6-EC331AB890D3}"/>
              </a:ext>
            </a:extLst>
          </p:cNvPr>
          <p:cNvSpPr>
            <a:spLocks noGrp="1"/>
          </p:cNvSpPr>
          <p:nvPr>
            <p:ph type="title"/>
          </p:nvPr>
        </p:nvSpPr>
        <p:spPr/>
        <p:txBody>
          <a:bodyPr/>
          <a:lstStyle/>
          <a:p>
            <a:r>
              <a:rPr lang="en-US" dirty="0"/>
              <a:t>SQLite3</a:t>
            </a:r>
            <a:br>
              <a:rPr lang="en-US" dirty="0"/>
            </a:br>
            <a:r>
              <a:rPr lang="en-US" dirty="0"/>
              <a:t>Connecting to Database</a:t>
            </a:r>
          </a:p>
        </p:txBody>
      </p:sp>
      <p:sp>
        <p:nvSpPr>
          <p:cNvPr id="3" name="Text Placeholder 2">
            <a:extLst>
              <a:ext uri="{FF2B5EF4-FFF2-40B4-BE49-F238E27FC236}">
                <a16:creationId xmlns:a16="http://schemas.microsoft.com/office/drawing/2014/main" id="{55780A65-196E-03B7-F58C-FFAECE692D30}"/>
              </a:ext>
            </a:extLst>
          </p:cNvPr>
          <p:cNvSpPr>
            <a:spLocks noGrp="1"/>
          </p:cNvSpPr>
          <p:nvPr>
            <p:ph type="body" idx="1"/>
          </p:nvPr>
        </p:nvSpPr>
        <p:spPr/>
        <p:txBody>
          <a:bodyPr/>
          <a:lstStyle/>
          <a:p>
            <a:r>
              <a:rPr lang="en-US" dirty="0"/>
              <a:t>Adv. Python Programming</a:t>
            </a:r>
          </a:p>
        </p:txBody>
      </p:sp>
    </p:spTree>
    <p:extLst>
      <p:ext uri="{BB962C8B-B14F-4D97-AF65-F5344CB8AC3E}">
        <p14:creationId xmlns:p14="http://schemas.microsoft.com/office/powerpoint/2010/main" val="2233817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A4DFF-62F0-8672-A4FE-1F99E02C291E}"/>
              </a:ext>
            </a:extLst>
          </p:cNvPr>
          <p:cNvSpPr>
            <a:spLocks noGrp="1"/>
          </p:cNvSpPr>
          <p:nvPr>
            <p:ph type="title"/>
          </p:nvPr>
        </p:nvSpPr>
        <p:spPr/>
        <p:txBody>
          <a:bodyPr/>
          <a:lstStyle/>
          <a:p>
            <a:r>
              <a:rPr lang="en-US" dirty="0"/>
              <a:t>SQLite in Python – Connect and Cursor</a:t>
            </a:r>
          </a:p>
        </p:txBody>
      </p:sp>
      <p:sp>
        <p:nvSpPr>
          <p:cNvPr id="3" name="Content Placeholder 2">
            <a:extLst>
              <a:ext uri="{FF2B5EF4-FFF2-40B4-BE49-F238E27FC236}">
                <a16:creationId xmlns:a16="http://schemas.microsoft.com/office/drawing/2014/main" id="{13A8D13F-5657-CA30-4F58-CC4E57ADB170}"/>
              </a:ext>
            </a:extLst>
          </p:cNvPr>
          <p:cNvSpPr>
            <a:spLocks noGrp="1"/>
          </p:cNvSpPr>
          <p:nvPr>
            <p:ph sz="half" idx="1"/>
          </p:nvPr>
        </p:nvSpPr>
        <p:spPr>
          <a:xfrm>
            <a:off x="157095" y="1552574"/>
            <a:ext cx="4843272" cy="4143375"/>
          </a:xfrm>
        </p:spPr>
        <p:txBody>
          <a:bodyPr>
            <a:normAutofit fontScale="77500" lnSpcReduction="20000"/>
          </a:bodyPr>
          <a:lstStyle/>
          <a:p>
            <a:r>
              <a:rPr lang="en-US" dirty="0"/>
              <a:t>Python includes a built-in library called sqlite3</a:t>
            </a:r>
          </a:p>
          <a:p>
            <a:r>
              <a:rPr lang="en-US" dirty="0"/>
              <a:t>We must import it and call the connect() function sending the name of the database to connect to</a:t>
            </a:r>
          </a:p>
          <a:p>
            <a:r>
              <a:rPr lang="en-US" dirty="0"/>
              <a:t>There are some optional parameters we can include</a:t>
            </a:r>
          </a:p>
          <a:p>
            <a:pPr lvl="1"/>
            <a:r>
              <a:rPr lang="en-US" dirty="0"/>
              <a:t>timeout – how long before database is locked</a:t>
            </a:r>
          </a:p>
          <a:p>
            <a:pPr lvl="1"/>
            <a:r>
              <a:rPr lang="en-US" dirty="0" err="1"/>
              <a:t>detect_types</a:t>
            </a:r>
            <a:r>
              <a:rPr lang="en-US" dirty="0"/>
              <a:t> – parse specialized types like dates</a:t>
            </a:r>
          </a:p>
          <a:p>
            <a:pPr lvl="1"/>
            <a:r>
              <a:rPr lang="en-US" dirty="0" err="1"/>
              <a:t>check_same_threat</a:t>
            </a:r>
            <a:r>
              <a:rPr lang="en-US" dirty="0"/>
              <a:t> – used in threaded applications</a:t>
            </a:r>
          </a:p>
          <a:p>
            <a:pPr lvl="1"/>
            <a:r>
              <a:rPr lang="en-US" dirty="0" err="1"/>
              <a:t>isolation_level</a:t>
            </a:r>
            <a:r>
              <a:rPr lang="en-US" dirty="0"/>
              <a:t> – controls transaction behavior</a:t>
            </a:r>
          </a:p>
          <a:p>
            <a:r>
              <a:rPr lang="en-US" dirty="0"/>
              <a:t>Once you get your connection we need to get the cursor object</a:t>
            </a:r>
          </a:p>
          <a:p>
            <a:r>
              <a:rPr lang="en-US" dirty="0"/>
              <a:t>This is used to execute SQL statements and retrieve the results from the database</a:t>
            </a:r>
          </a:p>
        </p:txBody>
      </p:sp>
      <p:sp>
        <p:nvSpPr>
          <p:cNvPr id="4" name="Content Placeholder 3">
            <a:extLst>
              <a:ext uri="{FF2B5EF4-FFF2-40B4-BE49-F238E27FC236}">
                <a16:creationId xmlns:a16="http://schemas.microsoft.com/office/drawing/2014/main" id="{FB6133E3-096A-DF90-9EA7-5B5ACB42BA12}"/>
              </a:ext>
            </a:extLst>
          </p:cNvPr>
          <p:cNvSpPr>
            <a:spLocks noGrp="1"/>
          </p:cNvSpPr>
          <p:nvPr>
            <p:ph sz="half" idx="2"/>
          </p:nvPr>
        </p:nvSpPr>
        <p:spPr>
          <a:xfrm>
            <a:off x="5338121" y="1626715"/>
            <a:ext cx="6963030" cy="4143375"/>
          </a:xfrm>
        </p:spPr>
        <p:txBody>
          <a:bodyPr>
            <a:normAutofit fontScale="77500" lnSpcReduction="20000"/>
          </a:bodyPr>
          <a:lstStyle/>
          <a:p>
            <a:pPr marL="0" marR="0">
              <a:lnSpc>
                <a:spcPct val="115000"/>
              </a:lnSpc>
              <a:spcBef>
                <a:spcPts val="600"/>
              </a:spcBef>
              <a:spcAft>
                <a:spcPts val="600"/>
              </a:spcAft>
              <a:buNone/>
            </a:pPr>
            <a:r>
              <a:rPr lang="en-US" sz="2400" b="1" dirty="0">
                <a:solidFill>
                  <a:srgbClr val="B62300"/>
                </a:solidFill>
                <a:effectLst/>
                <a:latin typeface="Courier New" panose="02070309020205020404" pitchFamily="49" charset="0"/>
                <a:ea typeface="MS Mincho" panose="02020609040205080304" pitchFamily="49" charset="-128"/>
                <a:cs typeface="Times New Roman" panose="02020603050405020304" pitchFamily="18" charset="0"/>
              </a:rPr>
              <a:t>import</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sqlite3</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 = sqlite3.connect(</a:t>
            </a:r>
            <a:r>
              <a:rPr lang="en-US" sz="24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2400" b="1" dirty="0" err="1">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store.db</a:t>
            </a:r>
            <a:r>
              <a:rPr lang="en-US" sz="24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endParaRPr lang="en-US" sz="24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dirty="0"/>
          </a:p>
          <a:p>
            <a:pPr marL="0" indent="0">
              <a:buNone/>
            </a:pPr>
            <a:endParaRPr lang="en-US" dirty="0"/>
          </a:p>
          <a:p>
            <a:pPr marL="0" marR="0">
              <a:lnSpc>
                <a:spcPct val="115000"/>
              </a:lnSpc>
              <a:spcBef>
                <a:spcPts val="600"/>
              </a:spcBef>
              <a:spcAft>
                <a:spcPts val="600"/>
              </a:spcAft>
              <a:buNone/>
            </a:pP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 = sqlite3.connect(</a:t>
            </a:r>
            <a:r>
              <a:rPr lang="en-US" sz="24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2400" b="1" dirty="0" err="1">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store.db</a:t>
            </a:r>
            <a:r>
              <a:rPr lang="en-US" sz="24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timeout=10)</a:t>
            </a:r>
            <a:endParaRPr lang="en-US" sz="24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dirty="0"/>
          </a:p>
          <a:p>
            <a:pPr marL="0" indent="0">
              <a:buNone/>
            </a:pPr>
            <a:endParaRPr lang="en-US" dirty="0"/>
          </a:p>
          <a:p>
            <a:pPr marL="0" marR="0">
              <a:lnSpc>
                <a:spcPct val="115000"/>
              </a:lnSpc>
              <a:spcBef>
                <a:spcPts val="600"/>
              </a:spcBef>
              <a:spcAft>
                <a:spcPts val="600"/>
              </a:spcAft>
              <a:buNone/>
            </a:pP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 = </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conn.cursor</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endParaRPr lang="en-US" sz="24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689282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849B-E950-C27E-C5C3-6BE0B3C46969}"/>
              </a:ext>
            </a:extLst>
          </p:cNvPr>
          <p:cNvSpPr>
            <a:spLocks noGrp="1"/>
          </p:cNvSpPr>
          <p:nvPr>
            <p:ph type="title"/>
          </p:nvPr>
        </p:nvSpPr>
        <p:spPr/>
        <p:txBody>
          <a:bodyPr/>
          <a:lstStyle/>
          <a:p>
            <a:r>
              <a:rPr lang="en-US" dirty="0"/>
              <a:t>Creating some tables</a:t>
            </a:r>
          </a:p>
        </p:txBody>
      </p:sp>
      <p:sp>
        <p:nvSpPr>
          <p:cNvPr id="3" name="Content Placeholder 2">
            <a:extLst>
              <a:ext uri="{FF2B5EF4-FFF2-40B4-BE49-F238E27FC236}">
                <a16:creationId xmlns:a16="http://schemas.microsoft.com/office/drawing/2014/main" id="{B74DEF53-EBBE-9A7E-08DB-A93CC54533B3}"/>
              </a:ext>
            </a:extLst>
          </p:cNvPr>
          <p:cNvSpPr>
            <a:spLocks noGrp="1"/>
          </p:cNvSpPr>
          <p:nvPr>
            <p:ph sz="half" idx="1"/>
          </p:nvPr>
        </p:nvSpPr>
        <p:spPr/>
        <p:txBody>
          <a:bodyPr>
            <a:noAutofit/>
          </a:bodyPr>
          <a:lstStyle/>
          <a:p>
            <a:r>
              <a:rPr lang="en-US" dirty="0"/>
              <a:t>As we learned about SQL earlier, we can run our </a:t>
            </a:r>
            <a:r>
              <a:rPr lang="en-US" dirty="0">
                <a:latin typeface="Consolas" panose="020B0609020204030204" pitchFamily="49" charset="0"/>
              </a:rPr>
              <a:t>CREATE TABLE</a:t>
            </a:r>
            <a:r>
              <a:rPr lang="en-US" dirty="0"/>
              <a:t> commands</a:t>
            </a:r>
          </a:p>
          <a:p>
            <a:r>
              <a:rPr lang="en-US" dirty="0"/>
              <a:t>For this we will use multi line string denoted by 3 single or double quotes</a:t>
            </a:r>
          </a:p>
          <a:p>
            <a:pPr lvl="1"/>
            <a:r>
              <a:rPr lang="en-US" dirty="0"/>
              <a:t>Then open and close the block of text</a:t>
            </a:r>
          </a:p>
          <a:p>
            <a:r>
              <a:rPr lang="en-US" dirty="0"/>
              <a:t>Then on the cursor objects we have the execute() function to run single SQL commands</a:t>
            </a:r>
          </a:p>
        </p:txBody>
      </p:sp>
      <p:sp>
        <p:nvSpPr>
          <p:cNvPr id="4" name="Content Placeholder 3">
            <a:extLst>
              <a:ext uri="{FF2B5EF4-FFF2-40B4-BE49-F238E27FC236}">
                <a16:creationId xmlns:a16="http://schemas.microsoft.com/office/drawing/2014/main" id="{28A49BBE-6038-C1E6-13FE-BC26E5E74501}"/>
              </a:ext>
            </a:extLst>
          </p:cNvPr>
          <p:cNvSpPr>
            <a:spLocks noGrp="1"/>
          </p:cNvSpPr>
          <p:nvPr>
            <p:ph sz="half" idx="2"/>
          </p:nvPr>
        </p:nvSpPr>
        <p:spPr>
          <a:xfrm>
            <a:off x="6320483" y="1347144"/>
            <a:ext cx="5480220" cy="4879117"/>
          </a:xfrm>
          <a:solidFill>
            <a:schemeClr val="bg1"/>
          </a:solidFill>
        </p:spPr>
        <p:txBody>
          <a:bodyPr>
            <a:noAutofit/>
          </a:bodyPr>
          <a:lstStyle/>
          <a:p>
            <a:pPr marL="0" marR="0">
              <a:lnSpc>
                <a:spcPct val="115000"/>
              </a:lnSpc>
              <a:spcAft>
                <a:spcPts val="1000"/>
              </a:spcAft>
              <a:buNone/>
            </a:pP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CREATE_PRODUCT_TABLE = </a:t>
            </a: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CREATE TABLE IF NOT EXISTS product (</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id INTEGER PRIMARY KEY AUTOINCREMENT,</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name TEXT NOT NULL,</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brand TEXT NOT NULL,</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price REAL NOT NULL,</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stock_qty</a:t>
            </a: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INTEGER NOT NULL</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endParaRPr lang="en-US" sz="12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CREATE_REVIEW_TABLE = </a:t>
            </a: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CREATE TABLE IF NOT EXISTS review (</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id INTEGER PRIMARY KEY AUTOINCREMENT,</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product_id</a:t>
            </a: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INTEGER NOT NULL,</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rating INTEGER NOT NULL,</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title TEXT NOT NULL,</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comment TEXT NOT NULL,</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reviewer TEXT NOT NULL,</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FOREIGN KEY(</a:t>
            </a:r>
            <a:r>
              <a:rPr lang="en-US" sz="1200" b="1" dirty="0" err="1">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product_id</a:t>
            </a: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 REFERENCES product(id)</a:t>
            </a:r>
            <a:b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endParaRPr lang="en-US" sz="12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cursor.execute</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(CREATE_PRODUCT_TABLE)</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cursor.execute</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(CREATE_REVIEW_TABLE)</a:t>
            </a:r>
            <a:endParaRPr lang="en-US" sz="12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200" dirty="0"/>
          </a:p>
        </p:txBody>
      </p:sp>
    </p:spTree>
    <p:extLst>
      <p:ext uri="{BB962C8B-B14F-4D97-AF65-F5344CB8AC3E}">
        <p14:creationId xmlns:p14="http://schemas.microsoft.com/office/powerpoint/2010/main" val="1117450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C9766-4212-18DA-EEDC-196219B85ABC}"/>
              </a:ext>
            </a:extLst>
          </p:cNvPr>
          <p:cNvSpPr>
            <a:spLocks noGrp="1"/>
          </p:cNvSpPr>
          <p:nvPr>
            <p:ph type="title"/>
          </p:nvPr>
        </p:nvSpPr>
        <p:spPr/>
        <p:txBody>
          <a:bodyPr/>
          <a:lstStyle/>
          <a:p>
            <a:r>
              <a:rPr lang="en-US" dirty="0"/>
              <a:t>Inserting some data</a:t>
            </a:r>
          </a:p>
        </p:txBody>
      </p:sp>
      <p:sp>
        <p:nvSpPr>
          <p:cNvPr id="3" name="Content Placeholder 2">
            <a:extLst>
              <a:ext uri="{FF2B5EF4-FFF2-40B4-BE49-F238E27FC236}">
                <a16:creationId xmlns:a16="http://schemas.microsoft.com/office/drawing/2014/main" id="{D421E60F-FA52-17DD-0000-0B1E3AB253FD}"/>
              </a:ext>
            </a:extLst>
          </p:cNvPr>
          <p:cNvSpPr>
            <a:spLocks noGrp="1"/>
          </p:cNvSpPr>
          <p:nvPr>
            <p:ph sz="half" idx="1"/>
          </p:nvPr>
        </p:nvSpPr>
        <p:spPr>
          <a:xfrm>
            <a:off x="274485" y="1527861"/>
            <a:ext cx="4843272" cy="4143375"/>
          </a:xfrm>
        </p:spPr>
        <p:txBody>
          <a:bodyPr>
            <a:noAutofit/>
          </a:bodyPr>
          <a:lstStyle/>
          <a:p>
            <a:r>
              <a:rPr lang="en-US" sz="2000" dirty="0"/>
              <a:t>Then we can insert some data</a:t>
            </a:r>
          </a:p>
          <a:p>
            <a:r>
              <a:rPr lang="en-US" sz="2000" dirty="0"/>
              <a:t>Say we have data in a list, we can use the SQL and loop through inserting data</a:t>
            </a:r>
          </a:p>
          <a:p>
            <a:r>
              <a:rPr lang="en-US" sz="2000" dirty="0"/>
              <a:t>After we do any modification to the database we must </a:t>
            </a:r>
            <a:r>
              <a:rPr lang="en-US" sz="2000" dirty="0">
                <a:latin typeface="Consolas" panose="020B0609020204030204" pitchFamily="49" charset="0"/>
              </a:rPr>
              <a:t>commit()</a:t>
            </a:r>
            <a:r>
              <a:rPr lang="en-US" sz="2000" dirty="0"/>
              <a:t> the changes</a:t>
            </a:r>
          </a:p>
          <a:p>
            <a:pPr lvl="1"/>
            <a:r>
              <a:rPr lang="en-US" sz="2000" dirty="0"/>
              <a:t>This permanently saves changes to the database – if a program crashes before SQLite can rollback the transaction automatically</a:t>
            </a:r>
          </a:p>
          <a:p>
            <a:r>
              <a:rPr lang="en-US" sz="2000" dirty="0"/>
              <a:t>Then </a:t>
            </a:r>
            <a:r>
              <a:rPr lang="en-US" sz="2000" dirty="0">
                <a:latin typeface="Consolas" panose="020B0609020204030204" pitchFamily="49" charset="0"/>
              </a:rPr>
              <a:t>close()</a:t>
            </a:r>
            <a:r>
              <a:rPr lang="en-US" sz="2000" dirty="0"/>
              <a:t> the connection</a:t>
            </a:r>
          </a:p>
          <a:p>
            <a:r>
              <a:rPr lang="en-US" sz="2000" dirty="0"/>
              <a:t>We are using Parameterized Statements with the “?” to insert the data</a:t>
            </a:r>
          </a:p>
        </p:txBody>
      </p:sp>
      <p:sp>
        <p:nvSpPr>
          <p:cNvPr id="4" name="Content Placeholder 3">
            <a:extLst>
              <a:ext uri="{FF2B5EF4-FFF2-40B4-BE49-F238E27FC236}">
                <a16:creationId xmlns:a16="http://schemas.microsoft.com/office/drawing/2014/main" id="{B387A6BA-239A-DA0B-9BB8-F5E26A5E2D90}"/>
              </a:ext>
            </a:extLst>
          </p:cNvPr>
          <p:cNvSpPr>
            <a:spLocks noGrp="1"/>
          </p:cNvSpPr>
          <p:nvPr>
            <p:ph sz="half" idx="2"/>
          </p:nvPr>
        </p:nvSpPr>
        <p:spPr>
          <a:xfrm>
            <a:off x="5385486" y="1404294"/>
            <a:ext cx="6606746" cy="4953257"/>
          </a:xfrm>
          <a:solidFill>
            <a:schemeClr val="bg1"/>
          </a:solidFill>
        </p:spPr>
        <p:txBody>
          <a:bodyPr>
            <a:noAutofit/>
          </a:bodyPr>
          <a:lstStyle/>
          <a:p>
            <a:pPr marL="0" marR="0">
              <a:lnSpc>
                <a:spcPct val="100000"/>
              </a:lnSpc>
              <a:spcBef>
                <a:spcPts val="0"/>
              </a:spcBef>
              <a:buNone/>
            </a:pP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INSERT_PRODUCTS =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INSERT INTO product (name, brand, price, </a:t>
            </a:r>
            <a:r>
              <a:rPr lang="en-US" sz="1000" b="1" dirty="0" err="1">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stock_qty</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VALUES (?, ?, ?, ?)</a:t>
            </a:r>
            <a:b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endParaRPr lang="en-US" sz="10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00000"/>
              </a:lnSpc>
              <a:spcBef>
                <a:spcPts val="0"/>
              </a:spcBef>
              <a:buNone/>
            </a:pP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products = [</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"Bluetooth Headphones"</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000" b="1" dirty="0" err="1">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SoundMax</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59.99, 25),</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"USB-C Charging Cable"</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000" b="1" dirty="0" err="1">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TechLine</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12.49, 100),</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"Wireless Mouse"</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000" b="1" dirty="0" err="1">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ClickPro</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24.99, 40)</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B62300"/>
                </a:solidFill>
                <a:effectLst/>
                <a:latin typeface="Courier New" panose="02070309020205020404" pitchFamily="49" charset="0"/>
                <a:ea typeface="MS Mincho" panose="02020609040205080304" pitchFamily="49" charset="-128"/>
                <a:cs typeface="Times New Roman" panose="02020603050405020304" pitchFamily="18" charset="0"/>
              </a:rPr>
              <a:t>for</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 </a:t>
            </a:r>
            <a:r>
              <a:rPr lang="en-US" sz="1000" b="1" dirty="0">
                <a:solidFill>
                  <a:srgbClr val="B62300"/>
                </a:solidFill>
                <a:effectLst/>
                <a:latin typeface="Courier New" panose="02070309020205020404" pitchFamily="49" charset="0"/>
                <a:ea typeface="MS Mincho" panose="02020609040205080304" pitchFamily="49" charset="-128"/>
                <a:cs typeface="Times New Roman" panose="02020603050405020304" pitchFamily="18" charset="0"/>
              </a:rPr>
              <a:t>in</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products:</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cursor.execute</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(INSERT_PRODUCTS, p)</a:t>
            </a:r>
            <a:endParaRPr lang="en-US" sz="10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lnSpc>
                <a:spcPct val="120000"/>
              </a:lnSpc>
              <a:spcBef>
                <a:spcPts val="0"/>
              </a:spcBef>
              <a:buNone/>
            </a:pPr>
            <a:endParaRPr lang="en-US" sz="1000" dirty="0"/>
          </a:p>
          <a:p>
            <a:pPr marL="0" marR="0">
              <a:lnSpc>
                <a:spcPct val="100000"/>
              </a:lnSpc>
              <a:spcBef>
                <a:spcPts val="0"/>
              </a:spcBef>
              <a:buNone/>
            </a:pP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cursor.execute(</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"SELECT id FROM product ORDER BY id"</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product_ids = [row[0] </a:t>
            </a:r>
            <a:r>
              <a:rPr lang="en-US" sz="1000" b="1" dirty="0">
                <a:solidFill>
                  <a:srgbClr val="B62300"/>
                </a:solidFill>
                <a:effectLst/>
                <a:latin typeface="Courier New" panose="02070309020205020404" pitchFamily="49" charset="0"/>
                <a:ea typeface="MS Mincho" panose="02020609040205080304" pitchFamily="49" charset="-128"/>
                <a:cs typeface="Times New Roman" panose="02020603050405020304" pitchFamily="18" charset="0"/>
              </a:rPr>
              <a:t>for</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row </a:t>
            </a:r>
            <a:r>
              <a:rPr lang="en-US" sz="1000" b="1" dirty="0">
                <a:solidFill>
                  <a:srgbClr val="B62300"/>
                </a:solidFill>
                <a:effectLst/>
                <a:latin typeface="Courier New" panose="02070309020205020404" pitchFamily="49" charset="0"/>
                <a:ea typeface="MS Mincho" panose="02020609040205080304" pitchFamily="49" charset="-128"/>
                <a:cs typeface="Times New Roman" panose="02020603050405020304" pitchFamily="18" charset="0"/>
              </a:rPr>
              <a:t>in</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cursor.fetchall()]</a:t>
            </a:r>
          </a:p>
          <a:p>
            <a:pPr marL="0" marR="0">
              <a:lnSpc>
                <a:spcPct val="100000"/>
              </a:lnSpc>
              <a:spcBef>
                <a:spcPts val="0"/>
              </a:spcBef>
              <a:buNone/>
            </a:pPr>
            <a:endParaRPr lang="en-US" sz="10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00000"/>
              </a:lnSpc>
              <a:spcBef>
                <a:spcPts val="0"/>
              </a:spcBef>
              <a:buNone/>
            </a:pP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INSERT_REVIEWS =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INSERT INTO review (product_id, rating, title, comment, reviewer)</a:t>
            </a:r>
            <a:b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VALUES (?, ?, ?, ?, ?)</a:t>
            </a:r>
            <a:b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t>
            </a:r>
            <a:endParaRPr lang="en-US" sz="10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00000"/>
              </a:lnSpc>
              <a:spcBef>
                <a:spcPts val="0"/>
              </a:spcBef>
              <a:buNone/>
            </a:pP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reviews = [</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(product_ids[0], 5,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"Amazing sound"</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"Battery lasts all week."</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"Ava"</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(product_ids[0], 4,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"Good value"</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"Comfortable but slightly tight."</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"Noah"</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(product_ids[1], 5,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"Perfect cable"</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"Works exactly as expected."</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"Mia"</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(product_ids[2], 3,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"Decent mouse"</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"Clicks are loud but responsive."</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000" b="1" dirty="0">
                <a:solidFill>
                  <a:srgbClr val="046E00"/>
                </a:solidFill>
                <a:effectLst/>
                <a:latin typeface="Courier New" panose="02070309020205020404" pitchFamily="49" charset="0"/>
                <a:ea typeface="MS Mincho" panose="02020609040205080304" pitchFamily="49" charset="-128"/>
                <a:cs typeface="Times New Roman" panose="02020603050405020304" pitchFamily="18" charset="0"/>
              </a:rPr>
              <a:t>"Lucas"</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B62300"/>
                </a:solidFill>
                <a:effectLst/>
                <a:latin typeface="Courier New" panose="02070309020205020404" pitchFamily="49" charset="0"/>
                <a:ea typeface="MS Mincho" panose="02020609040205080304" pitchFamily="49" charset="-128"/>
                <a:cs typeface="Times New Roman" panose="02020603050405020304" pitchFamily="18" charset="0"/>
              </a:rPr>
              <a:t>for</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 </a:t>
            </a:r>
            <a:r>
              <a:rPr lang="en-US" sz="1000" b="1" dirty="0">
                <a:solidFill>
                  <a:srgbClr val="B62300"/>
                </a:solidFill>
                <a:effectLst/>
                <a:latin typeface="Courier New" panose="02070309020205020404" pitchFamily="49" charset="0"/>
                <a:ea typeface="MS Mincho" panose="02020609040205080304" pitchFamily="49" charset="-128"/>
                <a:cs typeface="Times New Roman" panose="02020603050405020304" pitchFamily="18" charset="0"/>
              </a:rPr>
              <a:t>in</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reviews:</a:t>
            </a:r>
            <a:b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cursor.execute(INSERT_REVIEWS, r)</a:t>
            </a:r>
            <a:endParaRPr lang="en-US" sz="10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00000"/>
              </a:lnSpc>
              <a:spcBef>
                <a:spcPts val="0"/>
              </a:spcBef>
              <a:buNone/>
            </a:pPr>
            <a:r>
              <a:rPr lang="en-US" sz="10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conn.commit</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p>
          <a:p>
            <a:pPr marL="0" marR="0">
              <a:lnSpc>
                <a:spcPct val="100000"/>
              </a:lnSpc>
              <a:spcBef>
                <a:spcPts val="0"/>
              </a:spcBef>
              <a:buNone/>
            </a:pPr>
            <a:r>
              <a:rPr lang="en-US" sz="10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conn.close</a:t>
            </a:r>
            <a:r>
              <a:rPr lang="en-US" sz="10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endParaRPr lang="en-US" sz="10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20000"/>
              </a:lnSpc>
              <a:spcBef>
                <a:spcPts val="0"/>
              </a:spcBef>
              <a:spcAft>
                <a:spcPts val="1000"/>
              </a:spcAft>
              <a:buNone/>
            </a:pPr>
            <a:endParaRPr lang="en-US" sz="7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lnSpc>
                <a:spcPct val="120000"/>
              </a:lnSpc>
              <a:spcBef>
                <a:spcPts val="0"/>
              </a:spcBef>
              <a:buNone/>
            </a:pPr>
            <a:endParaRPr lang="en-US" sz="700" dirty="0"/>
          </a:p>
        </p:txBody>
      </p:sp>
    </p:spTree>
    <p:extLst>
      <p:ext uri="{BB962C8B-B14F-4D97-AF65-F5344CB8AC3E}">
        <p14:creationId xmlns:p14="http://schemas.microsoft.com/office/powerpoint/2010/main" val="474761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4F3E-D448-CF52-38A7-174D9F4C665A}"/>
              </a:ext>
            </a:extLst>
          </p:cNvPr>
          <p:cNvSpPr>
            <a:spLocks noGrp="1"/>
          </p:cNvSpPr>
          <p:nvPr>
            <p:ph type="title"/>
          </p:nvPr>
        </p:nvSpPr>
        <p:spPr/>
        <p:txBody>
          <a:bodyPr>
            <a:normAutofit fontScale="90000"/>
          </a:bodyPr>
          <a:lstStyle/>
          <a:p>
            <a:r>
              <a:rPr lang="en-US" dirty="0"/>
              <a:t>Parameterized Statements and SQL Injection</a:t>
            </a:r>
          </a:p>
        </p:txBody>
      </p:sp>
      <p:sp>
        <p:nvSpPr>
          <p:cNvPr id="3" name="Content Placeholder 2">
            <a:extLst>
              <a:ext uri="{FF2B5EF4-FFF2-40B4-BE49-F238E27FC236}">
                <a16:creationId xmlns:a16="http://schemas.microsoft.com/office/drawing/2014/main" id="{D404F5B3-034F-198E-7CF9-494B6EEB512E}"/>
              </a:ext>
            </a:extLst>
          </p:cNvPr>
          <p:cNvSpPr>
            <a:spLocks noGrp="1"/>
          </p:cNvSpPr>
          <p:nvPr>
            <p:ph sz="half" idx="1"/>
          </p:nvPr>
        </p:nvSpPr>
        <p:spPr>
          <a:xfrm>
            <a:off x="199768" y="1572912"/>
            <a:ext cx="4843272" cy="4790818"/>
          </a:xfrm>
        </p:spPr>
        <p:txBody>
          <a:bodyPr>
            <a:normAutofit fontScale="85000" lnSpcReduction="20000"/>
          </a:bodyPr>
          <a:lstStyle/>
          <a:p>
            <a:r>
              <a:rPr lang="en-US" dirty="0"/>
              <a:t>SQL Injection is a vulnerability that happens when a program builds SQL using raw user input and it bypasses checks/security of the database</a:t>
            </a:r>
          </a:p>
          <a:p>
            <a:r>
              <a:rPr lang="en-US" dirty="0"/>
              <a:t>‘ OR 1=1 –’ is always true so it will reveal the entire table</a:t>
            </a:r>
          </a:p>
          <a:p>
            <a:pPr lvl="1"/>
            <a:r>
              <a:rPr lang="en-US" dirty="0"/>
              <a:t>Access to private data like SSN, Credit cards, etc.</a:t>
            </a:r>
          </a:p>
          <a:p>
            <a:r>
              <a:rPr lang="en-US" dirty="0"/>
              <a:t>Instead use parameterized commands with “?” where they get replaced from values noted after</a:t>
            </a:r>
          </a:p>
          <a:p>
            <a:r>
              <a:rPr lang="en-US" dirty="0"/>
              <a:t>SQL treats the parameter as data/text only and not SQL commands</a:t>
            </a:r>
          </a:p>
          <a:p>
            <a:r>
              <a:rPr lang="en-US" dirty="0"/>
              <a:t>Note that the data being inserted is in the form of a tuple. Even if it is a size 1 tuple, to do this you add a comma in the parentheses</a:t>
            </a:r>
          </a:p>
          <a:p>
            <a:pPr lvl="1"/>
            <a:r>
              <a:rPr lang="en-US" b="1" dirty="0">
                <a:latin typeface="Consolas" panose="020B0609020204030204" pitchFamily="49" charset="0"/>
              </a:rPr>
              <a:t>(name,)</a:t>
            </a:r>
          </a:p>
        </p:txBody>
      </p:sp>
      <p:sp>
        <p:nvSpPr>
          <p:cNvPr id="4" name="Content Placeholder 3">
            <a:extLst>
              <a:ext uri="{FF2B5EF4-FFF2-40B4-BE49-F238E27FC236}">
                <a16:creationId xmlns:a16="http://schemas.microsoft.com/office/drawing/2014/main" id="{169BC621-9419-5DF3-7517-91986F912C38}"/>
              </a:ext>
            </a:extLst>
          </p:cNvPr>
          <p:cNvSpPr>
            <a:spLocks noGrp="1"/>
          </p:cNvSpPr>
          <p:nvPr>
            <p:ph sz="half" idx="2"/>
          </p:nvPr>
        </p:nvSpPr>
        <p:spPr>
          <a:xfrm>
            <a:off x="4967416" y="1831374"/>
            <a:ext cx="7129849" cy="4143375"/>
          </a:xfrm>
        </p:spPr>
        <p:txBody>
          <a:bodyPr>
            <a:normAutofit fontScale="85000" lnSpcReduction="20000"/>
          </a:bodyPr>
          <a:lstStyle/>
          <a:p>
            <a:pPr marL="0" marR="0">
              <a:lnSpc>
                <a:spcPct val="115000"/>
              </a:lnSpc>
              <a:spcAft>
                <a:spcPts val="1000"/>
              </a:spcAft>
              <a:buNone/>
            </a:pP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name = input(</a:t>
            </a:r>
            <a:r>
              <a:rPr lang="en-US" sz="16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"Product name: "</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sql</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a:t>
            </a:r>
            <a:r>
              <a:rPr lang="en-US" sz="1600" b="1" dirty="0" err="1">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f"SELECT</a:t>
            </a:r>
            <a:r>
              <a:rPr lang="en-US" sz="16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 * FROM product WHERE name = '{name}'"</a:t>
            </a:r>
            <a:b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cursor.execute(</a:t>
            </a:r>
            <a:r>
              <a:rPr lang="en-US" sz="16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sql</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600" dirty="0"/>
          </a:p>
          <a:p>
            <a:pPr marL="0" indent="0">
              <a:buNone/>
            </a:pPr>
            <a:endParaRPr lang="en-US" sz="1600" dirty="0"/>
          </a:p>
          <a:p>
            <a:pPr marL="0" marR="0">
              <a:lnSpc>
                <a:spcPct val="115000"/>
              </a:lnSpc>
              <a:spcAft>
                <a:spcPts val="1000"/>
              </a:spcAft>
              <a:buNone/>
            </a:pPr>
            <a:r>
              <a:rPr lang="en-US" sz="1600" b="1" dirty="0">
                <a:solidFill>
                  <a:srgbClr val="B50000"/>
                </a:solidFill>
                <a:effectLst/>
                <a:latin typeface="Courier New" panose="02070309020205020404" pitchFamily="49" charset="0"/>
                <a:ea typeface="MS Mincho" panose="02020609040205080304" pitchFamily="49" charset="-128"/>
                <a:cs typeface="Times New Roman" panose="02020603050405020304" pitchFamily="18" charset="0"/>
              </a:rPr>
              <a:t>SELECT</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a:t>
            </a:r>
            <a:r>
              <a:rPr lang="en-US" sz="1600" b="1" dirty="0">
                <a:solidFill>
                  <a:srgbClr val="B50000"/>
                </a:solidFill>
                <a:effectLst/>
                <a:latin typeface="Courier New" panose="02070309020205020404" pitchFamily="49" charset="0"/>
                <a:ea typeface="MS Mincho" panose="02020609040205080304" pitchFamily="49" charset="-128"/>
                <a:cs typeface="Times New Roman" panose="02020603050405020304" pitchFamily="18" charset="0"/>
              </a:rPr>
              <a:t>FROM</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 </a:t>
            </a:r>
            <a:r>
              <a:rPr lang="en-US" sz="1600" b="1" dirty="0">
                <a:solidFill>
                  <a:srgbClr val="B50000"/>
                </a:solidFill>
                <a:effectLst/>
                <a:latin typeface="Courier New" panose="02070309020205020404" pitchFamily="49" charset="0"/>
                <a:ea typeface="MS Mincho" panose="02020609040205080304" pitchFamily="49" charset="-128"/>
                <a:cs typeface="Times New Roman" panose="02020603050405020304" pitchFamily="18" charset="0"/>
              </a:rPr>
              <a:t>WHERE </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name = '' </a:t>
            </a:r>
            <a:r>
              <a:rPr lang="en-US" sz="1600" b="1" dirty="0">
                <a:solidFill>
                  <a:srgbClr val="B50000"/>
                </a:solidFill>
                <a:effectLst/>
                <a:latin typeface="Courier New" panose="02070309020205020404" pitchFamily="49" charset="0"/>
                <a:ea typeface="MS Mincho" panose="02020609040205080304" pitchFamily="49" charset="-128"/>
                <a:cs typeface="Times New Roman" panose="02020603050405020304" pitchFamily="18" charset="0"/>
              </a:rPr>
              <a:t>OR </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1=1 --’</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600" dirty="0"/>
          </a:p>
          <a:p>
            <a:pPr marL="0" indent="0">
              <a:buNone/>
            </a:pPr>
            <a:endParaRPr lang="en-US" sz="1600" dirty="0"/>
          </a:p>
          <a:p>
            <a:pPr marL="0" marR="0">
              <a:lnSpc>
                <a:spcPct val="115000"/>
              </a:lnSpc>
              <a:spcAft>
                <a:spcPts val="1000"/>
              </a:spcAft>
              <a:buNone/>
            </a:pP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cursor.execute(</a:t>
            </a:r>
            <a:r>
              <a:rPr lang="en-US" sz="16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"SELECT * FROM product WHERE name=?"</a:t>
            </a:r>
            <a:r>
              <a:rPr lang="en-US" sz="16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,(name,))</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600" dirty="0"/>
          </a:p>
        </p:txBody>
      </p:sp>
    </p:spTree>
    <p:extLst>
      <p:ext uri="{BB962C8B-B14F-4D97-AF65-F5344CB8AC3E}">
        <p14:creationId xmlns:p14="http://schemas.microsoft.com/office/powerpoint/2010/main" val="2323308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8CD4F-779E-13C4-1DFF-6723FF3B3F2F}"/>
              </a:ext>
            </a:extLst>
          </p:cNvPr>
          <p:cNvSpPr>
            <a:spLocks noGrp="1"/>
          </p:cNvSpPr>
          <p:nvPr>
            <p:ph type="title"/>
          </p:nvPr>
        </p:nvSpPr>
        <p:spPr/>
        <p:txBody>
          <a:bodyPr/>
          <a:lstStyle/>
          <a:p>
            <a:r>
              <a:rPr lang="en-US" dirty="0"/>
              <a:t>Design Pattern -&gt; Connection Factory</a:t>
            </a:r>
          </a:p>
        </p:txBody>
      </p:sp>
      <p:sp>
        <p:nvSpPr>
          <p:cNvPr id="3" name="Content Placeholder 2">
            <a:extLst>
              <a:ext uri="{FF2B5EF4-FFF2-40B4-BE49-F238E27FC236}">
                <a16:creationId xmlns:a16="http://schemas.microsoft.com/office/drawing/2014/main" id="{984E1C37-F6AB-CE40-8763-6E8B93639679}"/>
              </a:ext>
            </a:extLst>
          </p:cNvPr>
          <p:cNvSpPr>
            <a:spLocks noGrp="1"/>
          </p:cNvSpPr>
          <p:nvPr>
            <p:ph idx="1"/>
          </p:nvPr>
        </p:nvSpPr>
        <p:spPr/>
        <p:txBody>
          <a:bodyPr>
            <a:normAutofit fontScale="85000" lnSpcReduction="10000"/>
          </a:bodyPr>
          <a:lstStyle/>
          <a:p>
            <a:r>
              <a:rPr lang="en-US" dirty="0"/>
              <a:t>As soon as your program starts to interact with a database over and over and in multiple places, we have a repeating pattern</a:t>
            </a:r>
          </a:p>
          <a:p>
            <a:pPr lvl="1"/>
            <a:r>
              <a:rPr lang="en-US" dirty="0"/>
              <a:t>Connect to database</a:t>
            </a:r>
          </a:p>
          <a:p>
            <a:pPr lvl="1"/>
            <a:r>
              <a:rPr lang="en-US" dirty="0"/>
              <a:t>Create cursor</a:t>
            </a:r>
          </a:p>
          <a:p>
            <a:pPr lvl="1"/>
            <a:r>
              <a:rPr lang="en-US" dirty="0"/>
              <a:t>Turn on foreign key enforcement (for SQLite)</a:t>
            </a:r>
          </a:p>
          <a:p>
            <a:pPr lvl="1"/>
            <a:r>
              <a:rPr lang="en-US" dirty="0"/>
              <a:t>Execute SQL commands and process data</a:t>
            </a:r>
          </a:p>
          <a:p>
            <a:pPr lvl="1"/>
            <a:r>
              <a:rPr lang="en-US" dirty="0"/>
              <a:t>Commit if needed</a:t>
            </a:r>
          </a:p>
          <a:p>
            <a:pPr lvl="1"/>
            <a:r>
              <a:rPr lang="en-US" dirty="0"/>
              <a:t>Close the connection</a:t>
            </a:r>
          </a:p>
          <a:p>
            <a:r>
              <a:rPr lang="en-US" dirty="0"/>
              <a:t>If you copy and paste that setup code of connecting to the database it makes it harder to maintain</a:t>
            </a:r>
          </a:p>
          <a:p>
            <a:r>
              <a:rPr lang="en-US" dirty="0"/>
              <a:t>What happens when the database name changes?</a:t>
            </a:r>
          </a:p>
          <a:p>
            <a:r>
              <a:rPr lang="en-US" dirty="0"/>
              <a:t>What happens if you forget to force foreign keys?</a:t>
            </a:r>
          </a:p>
          <a:p>
            <a:r>
              <a:rPr lang="en-US" dirty="0"/>
              <a:t>A better approach is to create one function that is our connection which enters into a factory function – a function that has the job to create and return other objects in a consistent way</a:t>
            </a:r>
          </a:p>
        </p:txBody>
      </p:sp>
    </p:spTree>
    <p:extLst>
      <p:ext uri="{BB962C8B-B14F-4D97-AF65-F5344CB8AC3E}">
        <p14:creationId xmlns:p14="http://schemas.microsoft.com/office/powerpoint/2010/main" val="30934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642B8-5ED0-D844-18B9-47E5730140A2}"/>
              </a:ext>
            </a:extLst>
          </p:cNvPr>
          <p:cNvSpPr>
            <a:spLocks noGrp="1"/>
          </p:cNvSpPr>
          <p:nvPr>
            <p:ph type="title"/>
          </p:nvPr>
        </p:nvSpPr>
        <p:spPr/>
        <p:txBody>
          <a:bodyPr/>
          <a:lstStyle/>
          <a:p>
            <a:r>
              <a:rPr lang="en-US" dirty="0"/>
              <a:t>Connection Factory</a:t>
            </a:r>
          </a:p>
        </p:txBody>
      </p:sp>
      <p:sp>
        <p:nvSpPr>
          <p:cNvPr id="3" name="Content Placeholder 2">
            <a:extLst>
              <a:ext uri="{FF2B5EF4-FFF2-40B4-BE49-F238E27FC236}">
                <a16:creationId xmlns:a16="http://schemas.microsoft.com/office/drawing/2014/main" id="{7C4AF5F3-3492-C062-39F2-0FB1F00CA1B7}"/>
              </a:ext>
            </a:extLst>
          </p:cNvPr>
          <p:cNvSpPr>
            <a:spLocks noGrp="1"/>
          </p:cNvSpPr>
          <p:nvPr>
            <p:ph sz="half" idx="1"/>
          </p:nvPr>
        </p:nvSpPr>
        <p:spPr>
          <a:xfrm>
            <a:off x="330090" y="1548199"/>
            <a:ext cx="4843272" cy="4564020"/>
          </a:xfrm>
        </p:spPr>
        <p:txBody>
          <a:bodyPr>
            <a:noAutofit/>
          </a:bodyPr>
          <a:lstStyle/>
          <a:p>
            <a:pPr>
              <a:spcBef>
                <a:spcPts val="600"/>
              </a:spcBef>
            </a:pPr>
            <a:r>
              <a:rPr lang="en-US" sz="1600" dirty="0"/>
              <a:t>We have a couple ways that you can set up.</a:t>
            </a:r>
          </a:p>
          <a:p>
            <a:pPr>
              <a:spcBef>
                <a:spcPts val="600"/>
              </a:spcBef>
            </a:pPr>
            <a:r>
              <a:rPr lang="en-US" sz="1600" dirty="0"/>
              <a:t>You can accept the name of the database to always open</a:t>
            </a:r>
          </a:p>
          <a:p>
            <a:pPr>
              <a:spcBef>
                <a:spcPts val="600"/>
              </a:spcBef>
            </a:pPr>
            <a:r>
              <a:rPr lang="en-US" sz="1600" dirty="0"/>
              <a:t>Or you can have a constant value for the database to open</a:t>
            </a:r>
          </a:p>
          <a:p>
            <a:pPr lvl="1">
              <a:spcBef>
                <a:spcPts val="600"/>
              </a:spcBef>
            </a:pPr>
            <a:r>
              <a:rPr lang="en-US" sz="1400" dirty="0"/>
              <a:t>Subsequently we could treat this like an object and have a class, have getter/setters to change the name of the DB if needed</a:t>
            </a:r>
          </a:p>
          <a:p>
            <a:pPr>
              <a:spcBef>
                <a:spcPts val="600"/>
              </a:spcBef>
            </a:pPr>
            <a:r>
              <a:rPr lang="en-US" sz="1600" dirty="0"/>
              <a:t>Lastly not shown here, we could have the DB use system arguments or environment variables so that it can be changed based on the system it is running on</a:t>
            </a:r>
          </a:p>
          <a:p>
            <a:pPr>
              <a:spcBef>
                <a:spcPts val="600"/>
              </a:spcBef>
            </a:pPr>
            <a:r>
              <a:rPr lang="en-US" sz="1600" dirty="0"/>
              <a:t>The key here is, we are connecting to our database, applying settings with the cursor, then returning the connection</a:t>
            </a:r>
          </a:p>
          <a:p>
            <a:pPr lvl="1">
              <a:spcBef>
                <a:spcPts val="600"/>
              </a:spcBef>
            </a:pPr>
            <a:r>
              <a:rPr lang="en-US" sz="1400" dirty="0"/>
              <a:t>Note we aren’t returning the cursor because we need the full connection to be able to commit and close. We can always get the cursor in our CRUD functions</a:t>
            </a:r>
          </a:p>
        </p:txBody>
      </p:sp>
      <p:sp>
        <p:nvSpPr>
          <p:cNvPr id="4" name="Content Placeholder 3">
            <a:extLst>
              <a:ext uri="{FF2B5EF4-FFF2-40B4-BE49-F238E27FC236}">
                <a16:creationId xmlns:a16="http://schemas.microsoft.com/office/drawing/2014/main" id="{DF61DA73-29E3-A386-AAFE-81AFF8C01AD7}"/>
              </a:ext>
            </a:extLst>
          </p:cNvPr>
          <p:cNvSpPr>
            <a:spLocks noGrp="1"/>
          </p:cNvSpPr>
          <p:nvPr>
            <p:ph sz="half" idx="2"/>
          </p:nvPr>
        </p:nvSpPr>
        <p:spPr>
          <a:xfrm>
            <a:off x="5266040" y="1602002"/>
            <a:ext cx="6925960" cy="4143375"/>
          </a:xfrm>
        </p:spPr>
        <p:txBody>
          <a:bodyPr>
            <a:normAutofit fontScale="55000" lnSpcReduction="20000"/>
          </a:bodyPr>
          <a:lstStyle/>
          <a:p>
            <a:pPr marL="0" marR="0">
              <a:lnSpc>
                <a:spcPct val="115000"/>
              </a:lnSpc>
              <a:spcAft>
                <a:spcPts val="1000"/>
              </a:spcAft>
              <a:buNone/>
            </a:pPr>
            <a:r>
              <a:rPr lang="en-US" sz="2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import</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sqlite3</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def</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get_connection</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db_name</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str</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a:t>
            </a:r>
            <a:r>
              <a:rPr lang="en-US" sz="2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2400" b="1" dirty="0" err="1">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store.db</a:t>
            </a:r>
            <a:r>
              <a:rPr lang="en-US" sz="2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-&gt; sqlite3.Connection:</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conn = sqlite3.connect(</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db_name</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timeout=10)</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 = </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conn.cursor</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cursor.execute(</a:t>
            </a:r>
            <a:r>
              <a:rPr lang="en-US" sz="2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"PRAGMA </a:t>
            </a:r>
            <a:r>
              <a:rPr lang="en-US" sz="2400" b="1" dirty="0" err="1">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foreign_keys</a:t>
            </a:r>
            <a:r>
              <a:rPr lang="en-US" sz="2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 = ON;"</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conn</a:t>
            </a:r>
          </a:p>
          <a:p>
            <a:pPr marL="0" marR="0">
              <a:lnSpc>
                <a:spcPct val="115000"/>
              </a:lnSpc>
              <a:spcAft>
                <a:spcPts val="1000"/>
              </a:spcAft>
              <a:buNone/>
            </a:pPr>
            <a:endParaRPr lang="en-US" b="1" dirty="0">
              <a:solidFill>
                <a:srgbClr val="000000"/>
              </a:solidFill>
              <a:latin typeface="Courier New" panose="02070309020205020404" pitchFamily="49"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2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import</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sqlite3</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DB_URL = </a:t>
            </a:r>
            <a:r>
              <a:rPr lang="en-US" sz="2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2400" b="1" dirty="0" err="1">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store.db</a:t>
            </a:r>
            <a:r>
              <a:rPr lang="en-US" sz="2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def</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get_connection</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()-&gt; sqlite3.Connection:</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conn = sqlite3.connect(DB_URL,)</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 = </a:t>
            </a:r>
            <a:r>
              <a:rPr lang="en-US" sz="2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conn.cursor</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cursor.execute(</a:t>
            </a:r>
            <a:r>
              <a:rPr lang="en-US" sz="2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"PRAGMA </a:t>
            </a:r>
            <a:r>
              <a:rPr lang="en-US" sz="2400" b="1" dirty="0" err="1">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foreign_keys</a:t>
            </a:r>
            <a:r>
              <a:rPr lang="en-US" sz="2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 = ON;"</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2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2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conn</a:t>
            </a:r>
            <a:endParaRPr lang="en-US" sz="24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endParaRPr lang="en-US" sz="24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113300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179EA-A283-D291-9859-C0807E8708BE}"/>
              </a:ext>
            </a:extLst>
          </p:cNvPr>
          <p:cNvSpPr>
            <a:spLocks noGrp="1"/>
          </p:cNvSpPr>
          <p:nvPr>
            <p:ph type="title"/>
          </p:nvPr>
        </p:nvSpPr>
        <p:spPr/>
        <p:txBody>
          <a:bodyPr/>
          <a:lstStyle/>
          <a:p>
            <a:r>
              <a:rPr lang="en-US" dirty="0"/>
              <a:t>Insert in Python</a:t>
            </a:r>
          </a:p>
        </p:txBody>
      </p:sp>
      <p:sp>
        <p:nvSpPr>
          <p:cNvPr id="3" name="Text Placeholder 2">
            <a:extLst>
              <a:ext uri="{FF2B5EF4-FFF2-40B4-BE49-F238E27FC236}">
                <a16:creationId xmlns:a16="http://schemas.microsoft.com/office/drawing/2014/main" id="{1E6A8C25-A57F-FB0D-22E6-E89EE5665A17}"/>
              </a:ext>
            </a:extLst>
          </p:cNvPr>
          <p:cNvSpPr>
            <a:spLocks noGrp="1"/>
          </p:cNvSpPr>
          <p:nvPr>
            <p:ph type="body" idx="1"/>
          </p:nvPr>
        </p:nvSpPr>
        <p:spPr/>
        <p:txBody>
          <a:bodyPr/>
          <a:lstStyle/>
          <a:p>
            <a:r>
              <a:rPr lang="en-US" dirty="0"/>
              <a:t>Adv. Python Programming</a:t>
            </a:r>
          </a:p>
        </p:txBody>
      </p:sp>
    </p:spTree>
    <p:extLst>
      <p:ext uri="{BB962C8B-B14F-4D97-AF65-F5344CB8AC3E}">
        <p14:creationId xmlns:p14="http://schemas.microsoft.com/office/powerpoint/2010/main" val="3446303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C9F8A-8441-D0E2-1D3F-0312FB7E51B2}"/>
              </a:ext>
            </a:extLst>
          </p:cNvPr>
          <p:cNvSpPr>
            <a:spLocks noGrp="1"/>
          </p:cNvSpPr>
          <p:nvPr>
            <p:ph type="title"/>
          </p:nvPr>
        </p:nvSpPr>
        <p:spPr/>
        <p:txBody>
          <a:bodyPr/>
          <a:lstStyle/>
          <a:p>
            <a:r>
              <a:rPr lang="en-US" dirty="0"/>
              <a:t>Managing Errors in Databases</a:t>
            </a:r>
          </a:p>
        </p:txBody>
      </p:sp>
      <p:sp>
        <p:nvSpPr>
          <p:cNvPr id="3" name="Content Placeholder 2">
            <a:extLst>
              <a:ext uri="{FF2B5EF4-FFF2-40B4-BE49-F238E27FC236}">
                <a16:creationId xmlns:a16="http://schemas.microsoft.com/office/drawing/2014/main" id="{4B3FF85F-019F-4194-0336-370D8A64E902}"/>
              </a:ext>
            </a:extLst>
          </p:cNvPr>
          <p:cNvSpPr>
            <a:spLocks noGrp="1"/>
          </p:cNvSpPr>
          <p:nvPr>
            <p:ph sz="half" idx="1"/>
          </p:nvPr>
        </p:nvSpPr>
        <p:spPr>
          <a:xfrm>
            <a:off x="305377" y="1503148"/>
            <a:ext cx="4843272" cy="4989727"/>
          </a:xfrm>
          <a:solidFill>
            <a:schemeClr val="bg1"/>
          </a:solidFill>
        </p:spPr>
        <p:txBody>
          <a:bodyPr>
            <a:normAutofit fontScale="70000" lnSpcReduction="20000"/>
          </a:bodyPr>
          <a:lstStyle/>
          <a:p>
            <a:r>
              <a:rPr lang="en-US" dirty="0"/>
              <a:t>Database operations are one of the most failure prone parts of an application</a:t>
            </a:r>
          </a:p>
          <a:p>
            <a:pPr lvl="1"/>
            <a:r>
              <a:rPr lang="en-US" dirty="0"/>
              <a:t>This could be an error on the connection</a:t>
            </a:r>
          </a:p>
          <a:p>
            <a:pPr lvl="1"/>
            <a:r>
              <a:rPr lang="en-US" dirty="0"/>
              <a:t>Error on any insert, update or delete operation</a:t>
            </a:r>
          </a:p>
          <a:p>
            <a:pPr lvl="1"/>
            <a:r>
              <a:rPr lang="en-US" dirty="0"/>
              <a:t>Invalid foreign key constraints</a:t>
            </a:r>
          </a:p>
          <a:p>
            <a:r>
              <a:rPr lang="en-US" dirty="0"/>
              <a:t>These errors typically have our libraries throw exceptions, so we need to mitigate these</a:t>
            </a:r>
          </a:p>
          <a:p>
            <a:pPr lvl="1"/>
            <a:r>
              <a:rPr lang="en-US" dirty="0"/>
              <a:t>We should gracefully handle fails instead of crashing</a:t>
            </a:r>
          </a:p>
          <a:p>
            <a:pPr lvl="1"/>
            <a:r>
              <a:rPr lang="en-US" dirty="0"/>
              <a:t>Roll back changes if something goes wrong</a:t>
            </a:r>
          </a:p>
          <a:p>
            <a:pPr lvl="1"/>
            <a:r>
              <a:rPr lang="en-US" dirty="0"/>
              <a:t>Return useful feedback to the rest of the program</a:t>
            </a:r>
          </a:p>
          <a:p>
            <a:pPr lvl="2"/>
            <a:r>
              <a:rPr lang="en-US" dirty="0"/>
              <a:t>Think True/False if successful, the item’s ID or -1(if error), etc.</a:t>
            </a:r>
          </a:p>
          <a:p>
            <a:pPr lvl="1"/>
            <a:r>
              <a:rPr lang="en-US" dirty="0"/>
              <a:t>We also need to make sure and close our connection</a:t>
            </a:r>
          </a:p>
          <a:p>
            <a:r>
              <a:rPr lang="en-US" dirty="0"/>
              <a:t>You may think, “can we use ‘with’ like we did in files?”</a:t>
            </a:r>
          </a:p>
          <a:p>
            <a:pPr lvl="1"/>
            <a:r>
              <a:rPr lang="en-US" dirty="0"/>
              <a:t>The answer is YES! but with how we are setting up our connection factory to handle other errors, we can’t do that here.</a:t>
            </a:r>
          </a:p>
          <a:p>
            <a:pPr lvl="1"/>
            <a:r>
              <a:rPr lang="en-US" dirty="0"/>
              <a:t>If you had just one function that gets a connection you can use with to handle roll back and closing, instead we use the catch and finally</a:t>
            </a:r>
          </a:p>
          <a:p>
            <a:r>
              <a:rPr lang="en-US" dirty="0"/>
              <a:t>Add in the exception to print out when debugging errors</a:t>
            </a:r>
          </a:p>
        </p:txBody>
      </p:sp>
      <p:sp>
        <p:nvSpPr>
          <p:cNvPr id="4" name="Content Placeholder 3">
            <a:extLst>
              <a:ext uri="{FF2B5EF4-FFF2-40B4-BE49-F238E27FC236}">
                <a16:creationId xmlns:a16="http://schemas.microsoft.com/office/drawing/2014/main" id="{F8E95689-1BD6-6A23-4C8A-2AB18DE42D52}"/>
              </a:ext>
            </a:extLst>
          </p:cNvPr>
          <p:cNvSpPr>
            <a:spLocks noGrp="1"/>
          </p:cNvSpPr>
          <p:nvPr>
            <p:ph sz="half" idx="2"/>
          </p:nvPr>
        </p:nvSpPr>
        <p:spPr>
          <a:xfrm>
            <a:off x="5294869" y="1564932"/>
            <a:ext cx="6591754" cy="4143375"/>
          </a:xfrm>
        </p:spPr>
        <p:txBody>
          <a:bodyPr>
            <a:noAutofit/>
          </a:bodyPr>
          <a:lstStyle/>
          <a:p>
            <a:pPr marL="0" indent="0">
              <a:buNone/>
            </a:pPr>
            <a:r>
              <a:rPr lang="en-US" sz="16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try</a:t>
            </a: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a:t>
            </a:r>
            <a:br>
              <a:rPr lang="en-US" sz="16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dirty="0">
                <a:solidFill>
                  <a:schemeClr val="tx1"/>
                </a:solidFill>
                <a:effectLst/>
                <a:latin typeface="Courier New" panose="02070309020205020404" pitchFamily="49" charset="0"/>
                <a:ea typeface="MS Mincho" panose="02020609040205080304" pitchFamily="49" charset="-128"/>
                <a:cs typeface="Times New Roman" panose="02020603050405020304" pitchFamily="18" charset="0"/>
              </a:rPr>
              <a:t> cursor.execute</a:t>
            </a: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a:t>
            </a:r>
            <a:r>
              <a:rPr lang="en-US" sz="1600" b="1" i="1" dirty="0">
                <a:solidFill>
                  <a:srgbClr val="006500"/>
                </a:solidFill>
                <a:latin typeface="Courier New" panose="02070309020205020404" pitchFamily="49" charset="0"/>
                <a:ea typeface="MS Mincho" panose="02020609040205080304" pitchFamily="49" charset="-128"/>
                <a:cs typeface="Times New Roman" panose="02020603050405020304" pitchFamily="18" charset="0"/>
              </a:rPr>
              <a:t>"</a:t>
            </a:r>
            <a:r>
              <a:rPr lang="en-US" sz="1600" b="1" i="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SQL command here</a:t>
            </a:r>
            <a:r>
              <a:rPr lang="en-US" sz="1600" b="1" i="1" dirty="0">
                <a:solidFill>
                  <a:srgbClr val="006500"/>
                </a:solidFill>
                <a:latin typeface="Courier New" panose="02070309020205020404" pitchFamily="49" charset="0"/>
                <a:ea typeface="MS Mincho" panose="02020609040205080304" pitchFamily="49" charset="-128"/>
                <a:cs typeface="Times New Roman" panose="02020603050405020304" pitchFamily="18" charset="0"/>
              </a:rPr>
              <a:t>"</a:t>
            </a: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a:t>
            </a:r>
            <a:br>
              <a:rPr lang="en-US" sz="16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    </a:t>
            </a:r>
            <a:br>
              <a:rPr lang="en-US" sz="1600" b="1" dirty="0">
                <a:solidFill>
                  <a:schemeClr val="tx1"/>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solidFill>
                  <a:schemeClr val="tx1"/>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dirty="0" err="1">
                <a:solidFill>
                  <a:schemeClr val="tx1"/>
                </a:solidFill>
                <a:effectLst/>
                <a:latin typeface="Courier New" panose="02070309020205020404" pitchFamily="49" charset="0"/>
                <a:ea typeface="MS Mincho" panose="02020609040205080304" pitchFamily="49" charset="-128"/>
                <a:cs typeface="Times New Roman" panose="02020603050405020304" pitchFamily="18" charset="0"/>
              </a:rPr>
              <a:t>conn.commit</a:t>
            </a:r>
            <a:r>
              <a:rPr lang="en-US" sz="1600" b="1" dirty="0">
                <a:solidFill>
                  <a:schemeClr val="tx1"/>
                </a:solidFill>
                <a:latin typeface="Courier New" panose="02070309020205020404" pitchFamily="49" charset="0"/>
                <a:ea typeface="MS Mincho" panose="02020609040205080304" pitchFamily="49" charset="-128"/>
                <a:cs typeface="Times New Roman" panose="02020603050405020304" pitchFamily="18" charset="0"/>
              </a:rPr>
              <a:t>()</a:t>
            </a:r>
            <a:br>
              <a:rPr lang="en-US" sz="16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i="1" dirty="0">
                <a:effectLst/>
                <a:highlight>
                  <a:srgbClr val="FFFF00"/>
                </a:highlight>
                <a:latin typeface="Courier New" panose="02070309020205020404" pitchFamily="49" charset="0"/>
                <a:ea typeface="MS Mincho" panose="02020609040205080304" pitchFamily="49" charset="-128"/>
                <a:cs typeface="Times New Roman" panose="02020603050405020304" pitchFamily="18" charset="0"/>
              </a:rPr>
              <a:t>something here for ‘successful</a:t>
            </a:r>
            <a:r>
              <a:rPr lang="en-US" sz="1600" b="1" dirty="0">
                <a:effectLst/>
                <a:highlight>
                  <a:srgbClr val="FFFF00"/>
                </a:highlight>
                <a:latin typeface="Courier New" panose="02070309020205020404" pitchFamily="49" charset="0"/>
                <a:ea typeface="MS Mincho" panose="02020609040205080304" pitchFamily="49" charset="-128"/>
                <a:cs typeface="Times New Roman" panose="02020603050405020304" pitchFamily="18" charset="0"/>
              </a:rPr>
              <a:t>’</a:t>
            </a:r>
            <a:r>
              <a:rPr lang="en-US" sz="1600" b="1" dirty="0">
                <a:latin typeface="Courier New" panose="02070309020205020404" pitchFamily="49" charset="0"/>
                <a:ea typeface="MS Mincho" panose="02020609040205080304" pitchFamily="49" charset="-128"/>
                <a:cs typeface="Times New Roman" panose="02020603050405020304" pitchFamily="18" charset="0"/>
              </a:rPr>
              <a:t> </a:t>
            </a:r>
            <a:br>
              <a:rPr lang="en-US" sz="1600" b="1" dirty="0">
                <a:effectLst/>
                <a:latin typeface="Courier New" panose="02070309020205020404" pitchFamily="49" charset="0"/>
                <a:ea typeface="MS Mincho" panose="02020609040205080304" pitchFamily="49" charset="-128"/>
                <a:cs typeface="Times New Roman" panose="02020603050405020304" pitchFamily="18" charset="0"/>
              </a:rPr>
            </a:br>
            <a:br>
              <a:rPr lang="en-US" sz="16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except</a:t>
            </a: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a:t>
            </a:r>
            <a:br>
              <a:rPr lang="en-US" sz="16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dirty="0" err="1">
                <a:solidFill>
                  <a:schemeClr val="tx1"/>
                </a:solidFill>
                <a:effectLst/>
                <a:latin typeface="Courier New" panose="02070309020205020404" pitchFamily="49" charset="0"/>
                <a:ea typeface="MS Mincho" panose="02020609040205080304" pitchFamily="49" charset="-128"/>
                <a:cs typeface="Times New Roman" panose="02020603050405020304" pitchFamily="18" charset="0"/>
              </a:rPr>
              <a:t>conn.rollback</a:t>
            </a:r>
            <a:r>
              <a:rPr lang="en-US" sz="1600" b="1" dirty="0">
                <a:solidFill>
                  <a:schemeClr val="tx1"/>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6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i="1" dirty="0">
                <a:effectLst/>
                <a:highlight>
                  <a:srgbClr val="FFFF00"/>
                </a:highlight>
                <a:latin typeface="Courier New" panose="02070309020205020404" pitchFamily="49" charset="0"/>
                <a:ea typeface="MS Mincho" panose="02020609040205080304" pitchFamily="49" charset="-128"/>
                <a:cs typeface="Times New Roman" panose="02020603050405020304" pitchFamily="18" charset="0"/>
              </a:rPr>
              <a:t>something here for ‘error’ state</a:t>
            </a:r>
            <a:br>
              <a:rPr lang="en-US" sz="16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finally</a:t>
            </a: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a:t>
            </a:r>
            <a:br>
              <a:rPr lang="en-US" sz="16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dirty="0">
                <a:solidFill>
                  <a:schemeClr val="tx1"/>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dirty="0" err="1">
                <a:solidFill>
                  <a:schemeClr val="tx1"/>
                </a:solidFill>
                <a:effectLst/>
                <a:latin typeface="Courier New" panose="02070309020205020404" pitchFamily="49" charset="0"/>
                <a:ea typeface="MS Mincho" panose="02020609040205080304" pitchFamily="49" charset="-128"/>
                <a:cs typeface="Times New Roman" panose="02020603050405020304" pitchFamily="18" charset="0"/>
              </a:rPr>
              <a:t>conn.close</a:t>
            </a:r>
            <a:r>
              <a:rPr lang="en-US" sz="1600" b="1" dirty="0">
                <a:solidFill>
                  <a:schemeClr val="tx1"/>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6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600" b="1" dirty="0">
                <a:solidFill>
                  <a:srgbClr val="C00000"/>
                </a:solidFill>
                <a:effectLst/>
                <a:latin typeface="Courier New" panose="02070309020205020404" pitchFamily="49" charset="0"/>
                <a:ea typeface="MS Mincho" panose="02020609040205080304" pitchFamily="49" charset="-128"/>
                <a:cs typeface="Times New Roman" panose="02020603050405020304" pitchFamily="18" charset="0"/>
              </a:rPr>
              <a:t># close no matter error or not</a:t>
            </a:r>
          </a:p>
          <a:p>
            <a:pPr marL="0" indent="0">
              <a:buNone/>
            </a:pPr>
            <a:endParaRPr lang="en-US" sz="1600" b="1" dirty="0">
              <a:solidFill>
                <a:srgbClr val="C00000"/>
              </a:solidFill>
              <a:latin typeface="Courier New" panose="02070309020205020404" pitchFamily="49" charset="0"/>
              <a:ea typeface="MS Mincho" panose="02020609040205080304" pitchFamily="49" charset="-128"/>
              <a:cs typeface="Times New Roman" panose="02020603050405020304" pitchFamily="18" charset="0"/>
            </a:endParaRPr>
          </a:p>
          <a:p>
            <a:pPr marL="0" indent="0">
              <a:buNone/>
            </a:pPr>
            <a:endParaRPr lang="en-US" sz="1600" b="1" dirty="0">
              <a:solidFill>
                <a:srgbClr val="C00000"/>
              </a:solidFill>
              <a:latin typeface="Courier New" panose="02070309020205020404" pitchFamily="49" charset="0"/>
              <a:ea typeface="MS Mincho" panose="02020609040205080304" pitchFamily="49" charset="-128"/>
              <a:cs typeface="Times New Roman" panose="02020603050405020304" pitchFamily="18" charset="0"/>
            </a:endParaRPr>
          </a:p>
          <a:p>
            <a:pPr marL="0" indent="0">
              <a:buNone/>
            </a:pPr>
            <a:r>
              <a:rPr lang="en-US" sz="1600" b="1" dirty="0">
                <a:solidFill>
                  <a:srgbClr val="AB0F00"/>
                </a:solidFill>
                <a:latin typeface="Courier New" panose="02070309020205020404" pitchFamily="49" charset="0"/>
                <a:ea typeface="MS Mincho" panose="02020609040205080304" pitchFamily="49" charset="-128"/>
                <a:cs typeface="Times New Roman" panose="02020603050405020304" pitchFamily="18" charset="0"/>
              </a:rPr>
              <a:t>except </a:t>
            </a:r>
            <a:r>
              <a:rPr lang="en-US" sz="1600" b="1" dirty="0">
                <a:solidFill>
                  <a:schemeClr val="tx1"/>
                </a:solidFill>
                <a:latin typeface="Courier New" panose="02070309020205020404" pitchFamily="49" charset="0"/>
                <a:ea typeface="MS Mincho" panose="02020609040205080304" pitchFamily="49" charset="-128"/>
                <a:cs typeface="Times New Roman" panose="02020603050405020304" pitchFamily="18" charset="0"/>
              </a:rPr>
              <a:t>Exception </a:t>
            </a:r>
            <a:r>
              <a:rPr lang="en-US" sz="1600" b="1" dirty="0">
                <a:solidFill>
                  <a:srgbClr val="AB0F00"/>
                </a:solidFill>
                <a:latin typeface="Courier New" panose="02070309020205020404" pitchFamily="49" charset="0"/>
                <a:ea typeface="MS Mincho" panose="02020609040205080304" pitchFamily="49" charset="-128"/>
                <a:cs typeface="Times New Roman" panose="02020603050405020304" pitchFamily="18" charset="0"/>
              </a:rPr>
              <a:t>as </a:t>
            </a:r>
            <a:r>
              <a:rPr lang="en-US" sz="1600" b="1" dirty="0">
                <a:solidFill>
                  <a:schemeClr val="tx1"/>
                </a:solidFill>
                <a:latin typeface="Courier New" panose="02070309020205020404" pitchFamily="49" charset="0"/>
                <a:ea typeface="MS Mincho" panose="02020609040205080304" pitchFamily="49" charset="-128"/>
                <a:cs typeface="Times New Roman" panose="02020603050405020304" pitchFamily="18" charset="0"/>
              </a:rPr>
              <a:t>ex</a:t>
            </a:r>
            <a:r>
              <a:rPr lang="en-US" sz="1600" b="1" dirty="0">
                <a:latin typeface="Courier New" panose="02070309020205020404" pitchFamily="49" charset="0"/>
                <a:ea typeface="MS Mincho" panose="02020609040205080304" pitchFamily="49" charset="-128"/>
                <a:cs typeface="Times New Roman" panose="02020603050405020304" pitchFamily="18" charset="0"/>
              </a:rPr>
              <a:t>:</a:t>
            </a:r>
            <a:br>
              <a:rPr lang="en-US" sz="1600" b="1" dirty="0">
                <a:latin typeface="Courier New" panose="02070309020205020404" pitchFamily="49" charset="0"/>
                <a:ea typeface="MS Mincho" panose="02020609040205080304" pitchFamily="49" charset="-128"/>
                <a:cs typeface="Times New Roman" panose="02020603050405020304" pitchFamily="18" charset="0"/>
              </a:rPr>
            </a:br>
            <a:r>
              <a:rPr lang="en-US" sz="1600" b="1" dirty="0">
                <a:latin typeface="Courier New" panose="02070309020205020404" pitchFamily="49" charset="0"/>
                <a:ea typeface="MS Mincho" panose="02020609040205080304" pitchFamily="49" charset="-128"/>
                <a:cs typeface="Times New Roman" panose="02020603050405020304" pitchFamily="18" charset="0"/>
              </a:rPr>
              <a:t>    </a:t>
            </a:r>
            <a:r>
              <a:rPr lang="en-US" sz="1600" b="1" dirty="0">
                <a:solidFill>
                  <a:srgbClr val="3F0065"/>
                </a:solidFill>
                <a:latin typeface="Courier New" panose="02070309020205020404" pitchFamily="49" charset="0"/>
                <a:ea typeface="MS Mincho" panose="02020609040205080304" pitchFamily="49" charset="-128"/>
                <a:cs typeface="Times New Roman" panose="02020603050405020304" pitchFamily="18" charset="0"/>
              </a:rPr>
              <a:t>print</a:t>
            </a:r>
            <a:r>
              <a:rPr lang="en-US" sz="1600" b="1" dirty="0">
                <a:solidFill>
                  <a:schemeClr val="tx1"/>
                </a:solidFill>
                <a:latin typeface="Courier New" panose="02070309020205020404" pitchFamily="49" charset="0"/>
                <a:ea typeface="MS Mincho" panose="02020609040205080304" pitchFamily="49" charset="-128"/>
                <a:cs typeface="Times New Roman" panose="02020603050405020304" pitchFamily="18" charset="0"/>
              </a:rPr>
              <a:t>(ex)</a:t>
            </a:r>
            <a:br>
              <a:rPr lang="en-US" sz="1600" b="1" dirty="0">
                <a:solidFill>
                  <a:schemeClr val="tx1"/>
                </a:solidFill>
                <a:latin typeface="Courier New" panose="02070309020205020404" pitchFamily="49" charset="0"/>
                <a:ea typeface="MS Mincho" panose="02020609040205080304" pitchFamily="49" charset="-128"/>
                <a:cs typeface="Times New Roman" panose="02020603050405020304" pitchFamily="18" charset="0"/>
              </a:rPr>
            </a:br>
            <a:r>
              <a:rPr lang="en-US" sz="1600" b="1" dirty="0">
                <a:solidFill>
                  <a:schemeClr val="tx1"/>
                </a:solidFill>
                <a:latin typeface="Courier New" panose="02070309020205020404" pitchFamily="49" charset="0"/>
                <a:ea typeface="MS Mincho" panose="02020609040205080304" pitchFamily="49" charset="-128"/>
                <a:cs typeface="Times New Roman" panose="02020603050405020304" pitchFamily="18" charset="0"/>
              </a:rPr>
              <a:t>    </a:t>
            </a:r>
            <a:r>
              <a:rPr lang="en-US" sz="1600" b="1" dirty="0" err="1">
                <a:solidFill>
                  <a:schemeClr val="tx1"/>
                </a:solidFill>
                <a:latin typeface="Courier New" panose="02070309020205020404" pitchFamily="49" charset="0"/>
                <a:ea typeface="MS Mincho" panose="02020609040205080304" pitchFamily="49" charset="-128"/>
                <a:cs typeface="Times New Roman" panose="02020603050405020304" pitchFamily="18" charset="0"/>
              </a:rPr>
              <a:t>conn.rollback</a:t>
            </a:r>
            <a:r>
              <a:rPr lang="en-US" sz="1600" b="1" dirty="0">
                <a:solidFill>
                  <a:schemeClr val="tx1"/>
                </a:solidFill>
                <a:latin typeface="Courier New" panose="02070309020205020404" pitchFamily="49" charset="0"/>
                <a:ea typeface="MS Mincho" panose="02020609040205080304" pitchFamily="49" charset="-128"/>
                <a:cs typeface="Times New Roman" panose="02020603050405020304" pitchFamily="18" charset="0"/>
              </a:rPr>
              <a:t>()</a:t>
            </a:r>
            <a:br>
              <a:rPr lang="en-US" sz="1600" b="1" dirty="0">
                <a:latin typeface="Courier New" panose="02070309020205020404" pitchFamily="49" charset="0"/>
                <a:ea typeface="MS Mincho" panose="02020609040205080304" pitchFamily="49" charset="-128"/>
                <a:cs typeface="Times New Roman" panose="02020603050405020304" pitchFamily="18" charset="0"/>
              </a:rPr>
            </a:br>
            <a:r>
              <a:rPr lang="en-US" sz="1600" b="1" dirty="0">
                <a:latin typeface="Courier New" panose="02070309020205020404" pitchFamily="49" charset="0"/>
                <a:ea typeface="MS Mincho" panose="02020609040205080304" pitchFamily="49" charset="-128"/>
                <a:cs typeface="Times New Roman" panose="02020603050405020304" pitchFamily="18" charset="0"/>
              </a:rPr>
              <a:t>    </a:t>
            </a:r>
            <a:r>
              <a:rPr lang="en-US" sz="1600" b="1" dirty="0">
                <a:solidFill>
                  <a:srgbClr val="AB0F00"/>
                </a:solidFill>
                <a:latin typeface="Courier New" panose="02070309020205020404" pitchFamily="49" charset="0"/>
                <a:ea typeface="MS Mincho" panose="02020609040205080304" pitchFamily="49" charset="-128"/>
                <a:cs typeface="Times New Roman" panose="02020603050405020304" pitchFamily="18" charset="0"/>
              </a:rPr>
              <a:t>return</a:t>
            </a:r>
            <a:r>
              <a:rPr lang="en-US" sz="1600" b="1" dirty="0">
                <a:latin typeface="Courier New" panose="02070309020205020404" pitchFamily="49" charset="0"/>
                <a:ea typeface="MS Mincho" panose="02020609040205080304" pitchFamily="49" charset="-128"/>
                <a:cs typeface="Times New Roman" panose="02020603050405020304" pitchFamily="18" charset="0"/>
              </a:rPr>
              <a:t> </a:t>
            </a:r>
            <a:r>
              <a:rPr lang="en-US" sz="1600" b="1" i="1" dirty="0">
                <a:highlight>
                  <a:srgbClr val="FFFF00"/>
                </a:highlight>
                <a:latin typeface="Courier New" panose="02070309020205020404" pitchFamily="49" charset="0"/>
                <a:ea typeface="MS Mincho" panose="02020609040205080304" pitchFamily="49" charset="-128"/>
                <a:cs typeface="Times New Roman" panose="02020603050405020304" pitchFamily="18" charset="0"/>
              </a:rPr>
              <a:t>something here for ‘error’ state</a:t>
            </a:r>
            <a:endParaRPr lang="en-US" sz="1600" dirty="0">
              <a:solidFill>
                <a:srgbClr val="C00000"/>
              </a:solidFill>
            </a:endParaRPr>
          </a:p>
        </p:txBody>
      </p:sp>
    </p:spTree>
    <p:extLst>
      <p:ext uri="{BB962C8B-B14F-4D97-AF65-F5344CB8AC3E}">
        <p14:creationId xmlns:p14="http://schemas.microsoft.com/office/powerpoint/2010/main" val="337378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60346-8F2E-47DA-D4F6-1C346F3F2BB4}"/>
              </a:ext>
            </a:extLst>
          </p:cNvPr>
          <p:cNvSpPr>
            <a:spLocks noGrp="1"/>
          </p:cNvSpPr>
          <p:nvPr>
            <p:ph type="title"/>
          </p:nvPr>
        </p:nvSpPr>
        <p:spPr/>
        <p:txBody>
          <a:bodyPr/>
          <a:lstStyle/>
          <a:p>
            <a:r>
              <a:rPr lang="en-US" dirty="0"/>
              <a:t>Inserting Records</a:t>
            </a:r>
          </a:p>
        </p:txBody>
      </p:sp>
      <p:sp>
        <p:nvSpPr>
          <p:cNvPr id="3" name="Content Placeholder 2">
            <a:extLst>
              <a:ext uri="{FF2B5EF4-FFF2-40B4-BE49-F238E27FC236}">
                <a16:creationId xmlns:a16="http://schemas.microsoft.com/office/drawing/2014/main" id="{202BBB06-7F55-9F81-4A69-2D5535120E43}"/>
              </a:ext>
            </a:extLst>
          </p:cNvPr>
          <p:cNvSpPr>
            <a:spLocks noGrp="1"/>
          </p:cNvSpPr>
          <p:nvPr>
            <p:ph sz="half" idx="1"/>
          </p:nvPr>
        </p:nvSpPr>
        <p:spPr>
          <a:xfrm>
            <a:off x="157095" y="1477834"/>
            <a:ext cx="4843272" cy="5058890"/>
          </a:xfrm>
          <a:solidFill>
            <a:schemeClr val="bg1"/>
          </a:solidFill>
        </p:spPr>
        <p:txBody>
          <a:bodyPr>
            <a:noAutofit/>
          </a:bodyPr>
          <a:lstStyle/>
          <a:p>
            <a:r>
              <a:rPr lang="en-US" sz="1800" dirty="0"/>
              <a:t>When inserting we create a SQL statement based on the design of the database</a:t>
            </a:r>
          </a:p>
          <a:p>
            <a:pPr lvl="1"/>
            <a:r>
              <a:rPr lang="en-US" sz="1600" dirty="0"/>
              <a:t>Is there an autoincrement primary key?</a:t>
            </a:r>
          </a:p>
          <a:p>
            <a:pPr lvl="1"/>
            <a:r>
              <a:rPr lang="en-US" sz="1600" dirty="0"/>
              <a:t>Do you have the foreign key to match up?</a:t>
            </a:r>
          </a:p>
          <a:p>
            <a:pPr lvl="1"/>
            <a:r>
              <a:rPr lang="en-US" sz="1600" dirty="0"/>
              <a:t>etc.</a:t>
            </a:r>
          </a:p>
          <a:p>
            <a:r>
              <a:rPr lang="en-US" sz="1800" dirty="0"/>
              <a:t>Use parameterized statement to insert data avoiding SQL injection</a:t>
            </a:r>
          </a:p>
          <a:p>
            <a:r>
              <a:rPr lang="en-US" sz="1800" dirty="0"/>
              <a:t>Often times we create a function that accepts an object, and use the getters/properties defined to insert</a:t>
            </a:r>
          </a:p>
          <a:p>
            <a:pPr lvl="1"/>
            <a:r>
              <a:rPr lang="en-US" sz="1600" dirty="0"/>
              <a:t>Works well for very large objects with say 5+ properties, otherwise you could send all the data over in parameters</a:t>
            </a:r>
          </a:p>
          <a:p>
            <a:r>
              <a:rPr lang="en-US" sz="1800" dirty="0"/>
              <a:t>Note that this function returns the </a:t>
            </a:r>
            <a:r>
              <a:rPr lang="en-US" sz="1800" dirty="0" err="1"/>
              <a:t>lastrowid</a:t>
            </a:r>
            <a:r>
              <a:rPr lang="en-US" sz="1800" dirty="0"/>
              <a:t> off the cursor</a:t>
            </a:r>
          </a:p>
          <a:p>
            <a:pPr lvl="1"/>
            <a:r>
              <a:rPr lang="en-US" sz="1600" dirty="0"/>
              <a:t>Alternatively, you could do a return True/False</a:t>
            </a:r>
          </a:p>
          <a:p>
            <a:pPr lvl="1"/>
            <a:r>
              <a:rPr lang="en-US" sz="1600" dirty="0"/>
              <a:t>If there is an error we return -1 as the id doesn’t exist</a:t>
            </a:r>
          </a:p>
        </p:txBody>
      </p:sp>
      <p:sp>
        <p:nvSpPr>
          <p:cNvPr id="4" name="Content Placeholder 3">
            <a:extLst>
              <a:ext uri="{FF2B5EF4-FFF2-40B4-BE49-F238E27FC236}">
                <a16:creationId xmlns:a16="http://schemas.microsoft.com/office/drawing/2014/main" id="{FACA7D5E-B4B9-2971-954B-A41FA48DA469}"/>
              </a:ext>
            </a:extLst>
          </p:cNvPr>
          <p:cNvSpPr>
            <a:spLocks noGrp="1"/>
          </p:cNvSpPr>
          <p:nvPr>
            <p:ph sz="half" idx="2"/>
          </p:nvPr>
        </p:nvSpPr>
        <p:spPr>
          <a:xfrm>
            <a:off x="5072450" y="1552574"/>
            <a:ext cx="7119550" cy="4143375"/>
          </a:xfrm>
        </p:spPr>
        <p:txBody>
          <a:bodyPr>
            <a:noAutofit/>
          </a:bodyPr>
          <a:lstStyle/>
          <a:p>
            <a:pPr marL="0" marR="0">
              <a:lnSpc>
                <a:spcPct val="115000"/>
              </a:lnSpc>
              <a:spcAft>
                <a:spcPts val="600"/>
              </a:spcAft>
              <a:buNone/>
            </a:pPr>
            <a:r>
              <a:rPr lang="en-US" sz="11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def</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err="1">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insert_product</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 : Product -&gt; </a:t>
            </a:r>
            <a:r>
              <a:rPr lang="en-US" sz="11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conn = </a:t>
            </a:r>
            <a:r>
              <a:rPr lang="en-US" sz="11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get_connection</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 = </a:t>
            </a:r>
            <a:r>
              <a:rPr lang="en-US" sz="11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conn.cursor</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try</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cursor.execute(</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"INSERT INTO product (name, brand, price, </a:t>
            </a:r>
            <a:r>
              <a:rPr lang="en-US" sz="1100" b="1" dirty="0" err="1">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stock_qty</a:t>
            </a:r>
            <a:r>
              <a:rPr lang="en-US" sz="11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 VALUES (?, ?, ?, ?)"</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(product.name, </a:t>
            </a:r>
            <a:r>
              <a:rPr lang="en-US" sz="11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product.brand</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product.price</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product.stock_qty</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conn.commit</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1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cursor.lastrowid</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except</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conn.rollback</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-1</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finally</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conn.close</a:t>
            </a:r>
            <a:r>
              <a:rPr lang="en-US" sz="11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100" b="1" dirty="0">
                <a:solidFill>
                  <a:srgbClr val="EE0000"/>
                </a:solidFill>
                <a:effectLst/>
                <a:latin typeface="Courier New" panose="02070309020205020404" pitchFamily="49" charset="0"/>
                <a:ea typeface="MS Mincho" panose="02020609040205080304" pitchFamily="49" charset="-128"/>
                <a:cs typeface="Times New Roman" panose="02020603050405020304" pitchFamily="18" charset="0"/>
              </a:rPr>
              <a:t># close no matter error or not</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200" dirty="0"/>
          </a:p>
        </p:txBody>
      </p:sp>
    </p:spTree>
    <p:extLst>
      <p:ext uri="{BB962C8B-B14F-4D97-AF65-F5344CB8AC3E}">
        <p14:creationId xmlns:p14="http://schemas.microsoft.com/office/powerpoint/2010/main" val="250929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4E4AF-25A4-FABB-F35E-4AC3D7F9BE04}"/>
              </a:ext>
            </a:extLst>
          </p:cNvPr>
          <p:cNvSpPr>
            <a:spLocks noGrp="1"/>
          </p:cNvSpPr>
          <p:nvPr>
            <p:ph type="title"/>
          </p:nvPr>
        </p:nvSpPr>
        <p:spPr/>
        <p:txBody>
          <a:bodyPr/>
          <a:lstStyle/>
          <a:p>
            <a:r>
              <a:rPr lang="en-US" dirty="0"/>
              <a:t>Inserting a Review</a:t>
            </a:r>
          </a:p>
        </p:txBody>
      </p:sp>
      <p:sp>
        <p:nvSpPr>
          <p:cNvPr id="3" name="Content Placeholder 2">
            <a:extLst>
              <a:ext uri="{FF2B5EF4-FFF2-40B4-BE49-F238E27FC236}">
                <a16:creationId xmlns:a16="http://schemas.microsoft.com/office/drawing/2014/main" id="{8FF00541-0AA1-2A27-E477-B158793F0386}"/>
              </a:ext>
            </a:extLst>
          </p:cNvPr>
          <p:cNvSpPr>
            <a:spLocks noGrp="1"/>
          </p:cNvSpPr>
          <p:nvPr>
            <p:ph sz="half" idx="1"/>
          </p:nvPr>
        </p:nvSpPr>
        <p:spPr>
          <a:xfrm>
            <a:off x="293020" y="1552575"/>
            <a:ext cx="4843272" cy="4143375"/>
          </a:xfrm>
        </p:spPr>
        <p:txBody>
          <a:bodyPr>
            <a:normAutofit/>
          </a:bodyPr>
          <a:lstStyle/>
          <a:p>
            <a:r>
              <a:rPr lang="en-US" dirty="0"/>
              <a:t>Same thing goes for if we want to insert a review of our products</a:t>
            </a:r>
          </a:p>
          <a:p>
            <a:r>
              <a:rPr lang="en-US" dirty="0"/>
              <a:t>Since we have the foreign key for the products, the database enforces that this must match in our product table</a:t>
            </a:r>
          </a:p>
          <a:p>
            <a:r>
              <a:rPr lang="en-US" dirty="0"/>
              <a:t>If foreign key doesn’t match, then an error occurs and the except will rollback</a:t>
            </a:r>
          </a:p>
          <a:p>
            <a:r>
              <a:rPr lang="en-US" dirty="0"/>
              <a:t>Again returning the last row id that was inserted or -1 if there is an error</a:t>
            </a:r>
          </a:p>
        </p:txBody>
      </p:sp>
      <p:sp>
        <p:nvSpPr>
          <p:cNvPr id="4" name="Content Placeholder 3">
            <a:extLst>
              <a:ext uri="{FF2B5EF4-FFF2-40B4-BE49-F238E27FC236}">
                <a16:creationId xmlns:a16="http://schemas.microsoft.com/office/drawing/2014/main" id="{2FA65B47-9780-1812-6EDC-118A67DA430C}"/>
              </a:ext>
            </a:extLst>
          </p:cNvPr>
          <p:cNvSpPr>
            <a:spLocks noGrp="1"/>
          </p:cNvSpPr>
          <p:nvPr>
            <p:ph sz="half" idx="2"/>
          </p:nvPr>
        </p:nvSpPr>
        <p:spPr>
          <a:xfrm>
            <a:off x="4899455" y="1552574"/>
            <a:ext cx="7852717" cy="4143375"/>
          </a:xfrm>
        </p:spPr>
        <p:txBody>
          <a:bodyPr>
            <a:normAutofit/>
          </a:bodyPr>
          <a:lstStyle/>
          <a:p>
            <a:pPr marL="0" marR="0">
              <a:lnSpc>
                <a:spcPct val="115000"/>
              </a:lnSpc>
              <a:spcAft>
                <a:spcPts val="600"/>
              </a:spcAft>
              <a:buNone/>
            </a:pP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def</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insert_review</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 : Review) -&gt;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conn =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get_connection</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 =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conn.cursor</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try</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cursor.execute(</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 INSERT INTO review (product_id, rating, title, comment, reviewer)</a:t>
            </a:r>
            <a:br>
              <a:rPr lang="en-US" sz="12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            VALUES (?, ?, ?, ?, ?)"""</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review.product_id</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review.rating</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review.title</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review.comment</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review.reviewer</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conn.commit</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cursor.lastrowid</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except</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conn.rollback</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-1</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finally</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conn.close</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EE0000"/>
                </a:solidFill>
                <a:effectLst/>
                <a:latin typeface="Courier New" panose="02070309020205020404" pitchFamily="49" charset="0"/>
                <a:ea typeface="MS Mincho" panose="02020609040205080304" pitchFamily="49" charset="-128"/>
                <a:cs typeface="Times New Roman" panose="02020603050405020304" pitchFamily="18" charset="0"/>
              </a:rPr>
              <a:t># close no matter error or not</a:t>
            </a:r>
            <a:endParaRPr lang="en-US" sz="12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200" dirty="0"/>
          </a:p>
        </p:txBody>
      </p:sp>
    </p:spTree>
    <p:extLst>
      <p:ext uri="{BB962C8B-B14F-4D97-AF65-F5344CB8AC3E}">
        <p14:creationId xmlns:p14="http://schemas.microsoft.com/office/powerpoint/2010/main" val="2279866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C7EDF-CBFF-53F2-245F-26E6A4D379DA}"/>
              </a:ext>
            </a:extLst>
          </p:cNvPr>
          <p:cNvSpPr>
            <a:spLocks noGrp="1"/>
          </p:cNvSpPr>
          <p:nvPr>
            <p:ph type="title"/>
          </p:nvPr>
        </p:nvSpPr>
        <p:spPr/>
        <p:txBody>
          <a:bodyPr/>
          <a:lstStyle/>
          <a:p>
            <a:r>
              <a:rPr lang="en-US" dirty="0"/>
              <a:t>Coding Example – Insert Data</a:t>
            </a:r>
          </a:p>
        </p:txBody>
      </p:sp>
      <p:sp>
        <p:nvSpPr>
          <p:cNvPr id="3" name="Content Placeholder 2">
            <a:extLst>
              <a:ext uri="{FF2B5EF4-FFF2-40B4-BE49-F238E27FC236}">
                <a16:creationId xmlns:a16="http://schemas.microsoft.com/office/drawing/2014/main" id="{C1134D89-A1A5-969E-5572-97770349AD55}"/>
              </a:ext>
            </a:extLst>
          </p:cNvPr>
          <p:cNvSpPr>
            <a:spLocks noGrp="1"/>
          </p:cNvSpPr>
          <p:nvPr>
            <p:ph idx="1"/>
          </p:nvPr>
        </p:nvSpPr>
        <p:spPr/>
        <p:txBody>
          <a:bodyPr>
            <a:normAutofit/>
          </a:bodyPr>
          <a:lstStyle/>
          <a:p>
            <a:r>
              <a:rPr lang="en-US" dirty="0"/>
              <a:t>Make a helper database creator/reading in the data</a:t>
            </a:r>
          </a:p>
          <a:p>
            <a:r>
              <a:rPr lang="en-US" dirty="0"/>
              <a:t>Eliminate our saving to XML, JSON and CSV files</a:t>
            </a:r>
          </a:p>
          <a:p>
            <a:r>
              <a:rPr lang="en-US" dirty="0"/>
              <a:t>Insert owners</a:t>
            </a:r>
          </a:p>
          <a:p>
            <a:r>
              <a:rPr lang="en-US" dirty="0"/>
              <a:t>Insert transactions</a:t>
            </a:r>
          </a:p>
          <a:p>
            <a:r>
              <a:rPr lang="en-US" dirty="0"/>
              <a:t>Can we insert accounts yet? Do we need queries for getting the owner when making an account?</a:t>
            </a:r>
          </a:p>
        </p:txBody>
      </p:sp>
    </p:spTree>
    <p:extLst>
      <p:ext uri="{BB962C8B-B14F-4D97-AF65-F5344CB8AC3E}">
        <p14:creationId xmlns:p14="http://schemas.microsoft.com/office/powerpoint/2010/main" val="1172748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4C0EC-9E15-CCCD-34EC-7617E31398C9}"/>
              </a:ext>
            </a:extLst>
          </p:cNvPr>
          <p:cNvSpPr>
            <a:spLocks noGrp="1"/>
          </p:cNvSpPr>
          <p:nvPr>
            <p:ph type="title"/>
          </p:nvPr>
        </p:nvSpPr>
        <p:spPr/>
        <p:txBody>
          <a:bodyPr/>
          <a:lstStyle/>
          <a:p>
            <a:r>
              <a:rPr lang="en-US" dirty="0"/>
              <a:t>Query in Python</a:t>
            </a:r>
          </a:p>
        </p:txBody>
      </p:sp>
      <p:sp>
        <p:nvSpPr>
          <p:cNvPr id="3" name="Text Placeholder 2">
            <a:extLst>
              <a:ext uri="{FF2B5EF4-FFF2-40B4-BE49-F238E27FC236}">
                <a16:creationId xmlns:a16="http://schemas.microsoft.com/office/drawing/2014/main" id="{D7BC8D4B-C19D-CB3B-B9D0-AA8B05C9BBD9}"/>
              </a:ext>
            </a:extLst>
          </p:cNvPr>
          <p:cNvSpPr>
            <a:spLocks noGrp="1"/>
          </p:cNvSpPr>
          <p:nvPr>
            <p:ph type="body" idx="1"/>
          </p:nvPr>
        </p:nvSpPr>
        <p:spPr/>
        <p:txBody>
          <a:bodyPr/>
          <a:lstStyle/>
          <a:p>
            <a:r>
              <a:rPr lang="en-US" dirty="0"/>
              <a:t>Adv. Python Programming</a:t>
            </a:r>
          </a:p>
        </p:txBody>
      </p:sp>
    </p:spTree>
    <p:extLst>
      <p:ext uri="{BB962C8B-B14F-4D97-AF65-F5344CB8AC3E}">
        <p14:creationId xmlns:p14="http://schemas.microsoft.com/office/powerpoint/2010/main" val="4081211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F31E7-200E-A639-1B4E-F7CD4ACE0859}"/>
              </a:ext>
            </a:extLst>
          </p:cNvPr>
          <p:cNvSpPr>
            <a:spLocks noGrp="1"/>
          </p:cNvSpPr>
          <p:nvPr>
            <p:ph type="title"/>
          </p:nvPr>
        </p:nvSpPr>
        <p:spPr/>
        <p:txBody>
          <a:bodyPr/>
          <a:lstStyle/>
          <a:p>
            <a:r>
              <a:rPr lang="en-US" dirty="0"/>
              <a:t>Querying Data – one, all, or many</a:t>
            </a:r>
          </a:p>
        </p:txBody>
      </p:sp>
      <p:sp>
        <p:nvSpPr>
          <p:cNvPr id="3" name="Content Placeholder 2">
            <a:extLst>
              <a:ext uri="{FF2B5EF4-FFF2-40B4-BE49-F238E27FC236}">
                <a16:creationId xmlns:a16="http://schemas.microsoft.com/office/drawing/2014/main" id="{EB9FDE11-7D04-F558-0931-A812C228C63C}"/>
              </a:ext>
            </a:extLst>
          </p:cNvPr>
          <p:cNvSpPr>
            <a:spLocks noGrp="1"/>
          </p:cNvSpPr>
          <p:nvPr>
            <p:ph sz="half" idx="1"/>
          </p:nvPr>
        </p:nvSpPr>
        <p:spPr>
          <a:xfrm>
            <a:off x="404231" y="1552575"/>
            <a:ext cx="4843272" cy="4434274"/>
          </a:xfrm>
        </p:spPr>
        <p:txBody>
          <a:bodyPr>
            <a:noAutofit/>
          </a:bodyPr>
          <a:lstStyle/>
          <a:p>
            <a:r>
              <a:rPr lang="en-US" sz="2000" dirty="0"/>
              <a:t>To query our database we need to execute a SELECT command</a:t>
            </a:r>
          </a:p>
          <a:p>
            <a:r>
              <a:rPr lang="en-US" sz="2000" dirty="0"/>
              <a:t>This query can return one or a lot of records, we have several functions to handle that data</a:t>
            </a:r>
          </a:p>
          <a:p>
            <a:pPr lvl="1"/>
            <a:r>
              <a:rPr lang="en-US" sz="1800" dirty="0" err="1"/>
              <a:t>fetchall</a:t>
            </a:r>
            <a:r>
              <a:rPr lang="en-US" sz="1800" dirty="0"/>
              <a:t>() – to get all rows returned</a:t>
            </a:r>
          </a:p>
          <a:p>
            <a:pPr lvl="1"/>
            <a:r>
              <a:rPr lang="en-US" sz="1800" dirty="0" err="1"/>
              <a:t>fetchone</a:t>
            </a:r>
            <a:r>
              <a:rPr lang="en-US" sz="1800" dirty="0"/>
              <a:t>() – to get one – the first record in the row(s) returned</a:t>
            </a:r>
          </a:p>
          <a:p>
            <a:pPr lvl="1"/>
            <a:r>
              <a:rPr lang="en-US" sz="1800" dirty="0" err="1"/>
              <a:t>fetchmany</a:t>
            </a:r>
            <a:r>
              <a:rPr lang="en-US" sz="1800" dirty="0"/>
              <a:t>() – to get a set amount of rows</a:t>
            </a:r>
          </a:p>
          <a:p>
            <a:r>
              <a:rPr lang="en-US" sz="2000" dirty="0"/>
              <a:t>What do we do with the data then?</a:t>
            </a:r>
          </a:p>
          <a:p>
            <a:pPr lvl="1"/>
            <a:r>
              <a:rPr lang="en-US" sz="1800" dirty="0"/>
              <a:t>We need to process it!</a:t>
            </a:r>
          </a:p>
          <a:p>
            <a:pPr lvl="1"/>
            <a:r>
              <a:rPr lang="en-US" sz="1800" dirty="0"/>
              <a:t>Depending on your system design you may just directly access or typically we convert it to our objects</a:t>
            </a:r>
          </a:p>
        </p:txBody>
      </p:sp>
      <p:sp>
        <p:nvSpPr>
          <p:cNvPr id="4" name="Content Placeholder 3">
            <a:extLst>
              <a:ext uri="{FF2B5EF4-FFF2-40B4-BE49-F238E27FC236}">
                <a16:creationId xmlns:a16="http://schemas.microsoft.com/office/drawing/2014/main" id="{B807B185-0EEE-6C76-850B-5F71A29518A9}"/>
              </a:ext>
            </a:extLst>
          </p:cNvPr>
          <p:cNvSpPr>
            <a:spLocks noGrp="1"/>
          </p:cNvSpPr>
          <p:nvPr>
            <p:ph sz="half" idx="2"/>
          </p:nvPr>
        </p:nvSpPr>
        <p:spPr>
          <a:xfrm>
            <a:off x="5498758" y="1698024"/>
            <a:ext cx="6629399" cy="4143375"/>
          </a:xfrm>
        </p:spPr>
        <p:txBody>
          <a:bodyPr>
            <a:noAutofit/>
          </a:bodyPr>
          <a:lstStyle/>
          <a:p>
            <a:pPr marL="0" indent="0">
              <a:buNone/>
            </a:pP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class</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Review</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def</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__</a:t>
            </a:r>
            <a:r>
              <a:rPr lang="en-US" sz="1200" b="1" dirty="0" err="1">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init</a:t>
            </a:r>
            <a:r>
              <a:rPr lang="en-US" sz="1200" b="1" dirty="0">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__</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effectLst/>
                <a:latin typeface="Courier New" panose="02070309020205020404" pitchFamily="49" charset="0"/>
                <a:ea typeface="MS Mincho" panose="02020609040205080304" pitchFamily="49" charset="-128"/>
                <a:cs typeface="Times New Roman" panose="02020603050405020304" pitchFamily="18" charset="0"/>
              </a:rPr>
              <a:t>review_id</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=0, product_id: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rating: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br>
              <a:rPr lang="en-US" sz="12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title: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str</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comment: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str</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reviewer: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str</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effectLst/>
                <a:latin typeface="Courier New" panose="02070309020205020404" pitchFamily="49" charset="0"/>
                <a:ea typeface="MS Mincho" panose="02020609040205080304" pitchFamily="49" charset="-128"/>
                <a:cs typeface="Times New Roman" panose="02020603050405020304" pitchFamily="18" charset="0"/>
              </a:rPr>
              <a:t>.review_id</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 </a:t>
            </a:r>
            <a:r>
              <a:rPr lang="en-US" sz="1200" b="1" dirty="0" err="1">
                <a:effectLst/>
                <a:latin typeface="Courier New" panose="02070309020205020404" pitchFamily="49" charset="0"/>
                <a:ea typeface="MS Mincho" panose="02020609040205080304" pitchFamily="49" charset="-128"/>
                <a:cs typeface="Times New Roman" panose="02020603050405020304" pitchFamily="18" charset="0"/>
              </a:rPr>
              <a:t>review_id</a:t>
            </a:r>
            <a:br>
              <a:rPr lang="en-US" sz="12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effectLst/>
                <a:latin typeface="Courier New" panose="02070309020205020404" pitchFamily="49" charset="0"/>
                <a:ea typeface="MS Mincho" panose="02020609040205080304" pitchFamily="49" charset="-128"/>
                <a:cs typeface="Times New Roman" panose="02020603050405020304" pitchFamily="18" charset="0"/>
              </a:rPr>
              <a:t>.product_id</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 product_id</a:t>
            </a:r>
            <a:br>
              <a:rPr lang="en-US" sz="12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effectLst/>
                <a:latin typeface="Courier New" panose="02070309020205020404" pitchFamily="49" charset="0"/>
                <a:ea typeface="MS Mincho" panose="02020609040205080304" pitchFamily="49" charset="-128"/>
                <a:cs typeface="Times New Roman" panose="02020603050405020304" pitchFamily="18" charset="0"/>
              </a:rPr>
              <a:t>.rating</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 rating</a:t>
            </a:r>
            <a:br>
              <a:rPr lang="en-US" sz="12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effectLst/>
                <a:latin typeface="Courier New" panose="02070309020205020404" pitchFamily="49" charset="0"/>
                <a:ea typeface="MS Mincho" panose="02020609040205080304" pitchFamily="49" charset="-128"/>
                <a:cs typeface="Times New Roman" panose="02020603050405020304" pitchFamily="18" charset="0"/>
              </a:rPr>
              <a:t>.title</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 title</a:t>
            </a:r>
            <a:br>
              <a:rPr lang="en-US" sz="12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effectLst/>
                <a:latin typeface="Courier New" panose="02070309020205020404" pitchFamily="49" charset="0"/>
                <a:ea typeface="MS Mincho" panose="02020609040205080304" pitchFamily="49" charset="-128"/>
                <a:cs typeface="Times New Roman" panose="02020603050405020304" pitchFamily="18" charset="0"/>
              </a:rPr>
              <a:t>.comment</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 comment</a:t>
            </a:r>
            <a:br>
              <a:rPr lang="en-US" sz="1200" b="1" dirty="0">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effectLst/>
                <a:latin typeface="Courier New" panose="02070309020205020404" pitchFamily="49" charset="0"/>
                <a:ea typeface="MS Mincho" panose="02020609040205080304" pitchFamily="49" charset="-128"/>
                <a:cs typeface="Times New Roman" panose="02020603050405020304" pitchFamily="18" charset="0"/>
              </a:rPr>
              <a:t>.reviewer</a:t>
            </a:r>
            <a:r>
              <a:rPr lang="en-US" sz="1200" b="1" dirty="0">
                <a:effectLst/>
                <a:latin typeface="Courier New" panose="02070309020205020404" pitchFamily="49" charset="0"/>
                <a:ea typeface="MS Mincho" panose="02020609040205080304" pitchFamily="49" charset="-128"/>
                <a:cs typeface="Times New Roman" panose="02020603050405020304" pitchFamily="18" charset="0"/>
              </a:rPr>
              <a:t> = reviewer</a:t>
            </a:r>
          </a:p>
          <a:p>
            <a:pPr marL="0" indent="0">
              <a:buNone/>
            </a:pPr>
            <a:endParaRPr lang="en-US" sz="1200" b="1" dirty="0">
              <a:latin typeface="Courier New" panose="02070309020205020404" pitchFamily="49"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class</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Product</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def </a:t>
            </a:r>
            <a:r>
              <a:rPr lang="en-US" sz="1200" b="1" dirty="0">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__</a:t>
            </a:r>
            <a:r>
              <a:rPr lang="en-US" sz="1200" b="1" dirty="0" err="1">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init</a:t>
            </a:r>
            <a:r>
              <a:rPr lang="en-US" sz="1200" b="1" dirty="0">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__</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product_id: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=0, name: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str</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brand: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str</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price: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float</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stock_qty</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reviews=</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None</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.product_id</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product_id</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.name = name</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.brand</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brand</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.price</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price</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.stock_qty</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stock_qty</a:t>
            </a:r>
            <a:b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err="1">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self</a:t>
            </a:r>
            <a:r>
              <a:rPr lang="en-US" sz="12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.reviews</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reviews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if</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reviews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is</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not</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None</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2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else</a:t>
            </a:r>
            <a:r>
              <a:rPr lang="en-US" sz="12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endParaRPr lang="en-US" sz="12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200" dirty="0"/>
          </a:p>
        </p:txBody>
      </p:sp>
    </p:spTree>
    <p:extLst>
      <p:ext uri="{BB962C8B-B14F-4D97-AF65-F5344CB8AC3E}">
        <p14:creationId xmlns:p14="http://schemas.microsoft.com/office/powerpoint/2010/main" val="39667018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81796-06C4-20E1-2D62-1CA63DCBFF81}"/>
              </a:ext>
            </a:extLst>
          </p:cNvPr>
          <p:cNvSpPr>
            <a:spLocks noGrp="1"/>
          </p:cNvSpPr>
          <p:nvPr>
            <p:ph type="title"/>
          </p:nvPr>
        </p:nvSpPr>
        <p:spPr/>
        <p:txBody>
          <a:bodyPr/>
          <a:lstStyle/>
          <a:p>
            <a:r>
              <a:rPr lang="en-US" dirty="0" err="1"/>
              <a:t>fetchall</a:t>
            </a:r>
            <a:r>
              <a:rPr lang="en-US" dirty="0"/>
              <a:t>()</a:t>
            </a:r>
          </a:p>
        </p:txBody>
      </p:sp>
      <p:sp>
        <p:nvSpPr>
          <p:cNvPr id="4" name="Content Placeholder 3">
            <a:extLst>
              <a:ext uri="{FF2B5EF4-FFF2-40B4-BE49-F238E27FC236}">
                <a16:creationId xmlns:a16="http://schemas.microsoft.com/office/drawing/2014/main" id="{97CF1337-53AE-4FA4-D027-951350080D43}"/>
              </a:ext>
            </a:extLst>
          </p:cNvPr>
          <p:cNvSpPr>
            <a:spLocks noGrp="1"/>
          </p:cNvSpPr>
          <p:nvPr>
            <p:ph sz="half" idx="1"/>
          </p:nvPr>
        </p:nvSpPr>
        <p:spPr>
          <a:xfrm>
            <a:off x="249771" y="1560555"/>
            <a:ext cx="4843272" cy="4143375"/>
          </a:xfrm>
        </p:spPr>
        <p:txBody>
          <a:bodyPr>
            <a:normAutofit fontScale="92500" lnSpcReduction="20000"/>
          </a:bodyPr>
          <a:lstStyle/>
          <a:p>
            <a:r>
              <a:rPr lang="en-US" dirty="0"/>
              <a:t>The most basic of all the functions is the </a:t>
            </a:r>
            <a:r>
              <a:rPr lang="en-US" dirty="0" err="1"/>
              <a:t>fetchall</a:t>
            </a:r>
            <a:r>
              <a:rPr lang="en-US" dirty="0"/>
              <a:t>() for all the data</a:t>
            </a:r>
          </a:p>
          <a:p>
            <a:r>
              <a:rPr lang="en-US" dirty="0"/>
              <a:t>You need to execute a SELECT query on the cursor</a:t>
            </a:r>
          </a:p>
          <a:p>
            <a:r>
              <a:rPr lang="en-US" dirty="0"/>
              <a:t>Then on the cursor call the </a:t>
            </a:r>
            <a:r>
              <a:rPr lang="en-US" dirty="0" err="1"/>
              <a:t>fetchall</a:t>
            </a:r>
            <a:r>
              <a:rPr lang="en-US" dirty="0"/>
              <a:t>() function</a:t>
            </a:r>
          </a:p>
          <a:p>
            <a:r>
              <a:rPr lang="en-US" dirty="0"/>
              <a:t>It returns a list of tuples</a:t>
            </a:r>
          </a:p>
          <a:p>
            <a:pPr lvl="1"/>
            <a:r>
              <a:rPr lang="en-US" dirty="0"/>
              <a:t>Remember tuples are immutable as this data is read only, it makes sense to use that data type</a:t>
            </a:r>
          </a:p>
          <a:p>
            <a:r>
              <a:rPr lang="en-US" dirty="0"/>
              <a:t>You can then access the index locations and grab the data</a:t>
            </a:r>
          </a:p>
          <a:p>
            <a:pPr lvl="1"/>
            <a:r>
              <a:rPr lang="en-US" dirty="0"/>
              <a:t>Note you must understand the order of information you grabbed whether it be all (*) or specific columns</a:t>
            </a:r>
          </a:p>
        </p:txBody>
      </p:sp>
      <p:sp>
        <p:nvSpPr>
          <p:cNvPr id="5" name="Content Placeholder 4">
            <a:extLst>
              <a:ext uri="{FF2B5EF4-FFF2-40B4-BE49-F238E27FC236}">
                <a16:creationId xmlns:a16="http://schemas.microsoft.com/office/drawing/2014/main" id="{F86044A6-1104-004E-75E4-D625FD6892BE}"/>
              </a:ext>
            </a:extLst>
          </p:cNvPr>
          <p:cNvSpPr>
            <a:spLocks noGrp="1"/>
          </p:cNvSpPr>
          <p:nvPr>
            <p:ph sz="half" idx="2"/>
          </p:nvPr>
        </p:nvSpPr>
        <p:spPr>
          <a:xfrm>
            <a:off x="5140411" y="1552575"/>
            <a:ext cx="7123669" cy="4143375"/>
          </a:xfrm>
        </p:spPr>
        <p:txBody>
          <a:bodyPr>
            <a:normAutofit fontScale="92500" lnSpcReduction="20000"/>
          </a:bodyPr>
          <a:lstStyle/>
          <a:p>
            <a:pPr marL="0" marR="0">
              <a:lnSpc>
                <a:spcPct val="115000"/>
              </a:lnSpc>
              <a:spcAft>
                <a:spcPts val="600"/>
              </a:spcAft>
              <a:buNone/>
            </a:pP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def</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err="1">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get_all_products</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-&gt; </a:t>
            </a:r>
            <a:r>
              <a:rPr lang="en-US" sz="1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list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conn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get_connection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conn.cursor</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cursor.execute(</a:t>
            </a:r>
            <a:r>
              <a:rPr lang="en-US" sz="1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"SELECT * FROM product"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rows = cursor.fetchall()</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products = []</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for</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row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in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rows:</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reviews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get_product_reviews</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(row[0])</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products.append</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(Product(row[0], row[1], row[2], </a:t>
            </a:r>
            <a:r>
              <a:rPr lang="en-US" sz="1400" b="1" dirty="0">
                <a:solidFill>
                  <a:srgbClr val="3F0065"/>
                </a:solidFill>
                <a:effectLst/>
                <a:latin typeface="Courier New" panose="02070309020205020404" pitchFamily="49" charset="0"/>
                <a:ea typeface="MS Mincho" panose="02020609040205080304" pitchFamily="49" charset="-128"/>
                <a:cs typeface="Times New Roman" panose="02020603050405020304" pitchFamily="18" charset="0"/>
              </a:rPr>
              <a:t>float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(row[3]),</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3F0065"/>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(row[4]), reviews))</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conn.close</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products</a:t>
            </a:r>
            <a:endParaRPr lang="en-US" sz="14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200" dirty="0"/>
          </a:p>
        </p:txBody>
      </p:sp>
    </p:spTree>
    <p:extLst>
      <p:ext uri="{BB962C8B-B14F-4D97-AF65-F5344CB8AC3E}">
        <p14:creationId xmlns:p14="http://schemas.microsoft.com/office/powerpoint/2010/main" val="2254219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05CB8-424D-E7E1-37F5-3013A12C16DD}"/>
              </a:ext>
            </a:extLst>
          </p:cNvPr>
          <p:cNvSpPr>
            <a:spLocks noGrp="1"/>
          </p:cNvSpPr>
          <p:nvPr>
            <p:ph type="title"/>
          </p:nvPr>
        </p:nvSpPr>
        <p:spPr/>
        <p:txBody>
          <a:bodyPr/>
          <a:lstStyle/>
          <a:p>
            <a:r>
              <a:rPr lang="en-US" dirty="0"/>
              <a:t>What about this reviews function?</a:t>
            </a:r>
          </a:p>
        </p:txBody>
      </p:sp>
      <p:sp>
        <p:nvSpPr>
          <p:cNvPr id="3" name="Content Placeholder 2">
            <a:extLst>
              <a:ext uri="{FF2B5EF4-FFF2-40B4-BE49-F238E27FC236}">
                <a16:creationId xmlns:a16="http://schemas.microsoft.com/office/drawing/2014/main" id="{CE3BE8CA-BD3A-580F-E9D2-46809FFFE334}"/>
              </a:ext>
            </a:extLst>
          </p:cNvPr>
          <p:cNvSpPr>
            <a:spLocks noGrp="1"/>
          </p:cNvSpPr>
          <p:nvPr>
            <p:ph sz="half" idx="1"/>
          </p:nvPr>
        </p:nvSpPr>
        <p:spPr>
          <a:xfrm>
            <a:off x="330090" y="1560551"/>
            <a:ext cx="4843272" cy="4143375"/>
          </a:xfrm>
        </p:spPr>
        <p:txBody>
          <a:bodyPr>
            <a:normAutofit/>
          </a:bodyPr>
          <a:lstStyle/>
          <a:p>
            <a:r>
              <a:rPr lang="en-US" dirty="0"/>
              <a:t>You may see this function in the last code for getting reviews</a:t>
            </a:r>
          </a:p>
          <a:p>
            <a:r>
              <a:rPr lang="en-US" dirty="0"/>
              <a:t>Depending on the makeup of your objects you may need more queries to get subsequent data – like if your object has a list</a:t>
            </a:r>
          </a:p>
          <a:p>
            <a:r>
              <a:rPr lang="en-US" dirty="0"/>
              <a:t>There are more advanced ways to do this with JOIN statements or even sub queries.</a:t>
            </a:r>
          </a:p>
          <a:p>
            <a:r>
              <a:rPr lang="en-US" dirty="0"/>
              <a:t>I chose to keep this basic and do simple queries.</a:t>
            </a:r>
          </a:p>
        </p:txBody>
      </p:sp>
      <p:sp>
        <p:nvSpPr>
          <p:cNvPr id="4" name="Content Placeholder 3">
            <a:extLst>
              <a:ext uri="{FF2B5EF4-FFF2-40B4-BE49-F238E27FC236}">
                <a16:creationId xmlns:a16="http://schemas.microsoft.com/office/drawing/2014/main" id="{5A18619E-DC4C-DC87-B35C-8199366248D3}"/>
              </a:ext>
            </a:extLst>
          </p:cNvPr>
          <p:cNvSpPr>
            <a:spLocks noGrp="1"/>
          </p:cNvSpPr>
          <p:nvPr>
            <p:ph sz="half" idx="2"/>
          </p:nvPr>
        </p:nvSpPr>
        <p:spPr>
          <a:xfrm>
            <a:off x="5233088" y="1552573"/>
            <a:ext cx="6833286" cy="4143375"/>
          </a:xfrm>
        </p:spPr>
        <p:txBody>
          <a:bodyPr>
            <a:normAutofit/>
          </a:bodyPr>
          <a:lstStyle/>
          <a:p>
            <a:pPr marL="0" marR="0">
              <a:lnSpc>
                <a:spcPct val="115000"/>
              </a:lnSpc>
              <a:spcAft>
                <a:spcPts val="1000"/>
              </a:spcAft>
              <a:buNone/>
            </a:pP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def</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err="1">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get_product_reviews</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(product_id: </a:t>
            </a:r>
            <a:r>
              <a:rPr lang="en-US" sz="1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 -&gt; </a:t>
            </a:r>
            <a:r>
              <a:rPr lang="en-US" sz="1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list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[Review]:</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conn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get_connection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conn.cursor</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cursor.execute(</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"SELECT * FROM review WHERE product_id = ? ORDER BY id"</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(product_id,))</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rows = cursor.fetchall()</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reviews = [Review(r[0], r[1], </a:t>
            </a:r>
            <a:r>
              <a:rPr lang="en-US" sz="1400" b="1" dirty="0">
                <a:solidFill>
                  <a:srgbClr val="3F0065"/>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(r[2]), r[3], </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r[4], r[5])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for</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in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rows]</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conn.close</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reviews</a:t>
            </a:r>
            <a:endParaRPr lang="en-US" sz="14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400" dirty="0"/>
          </a:p>
        </p:txBody>
      </p:sp>
    </p:spTree>
    <p:extLst>
      <p:ext uri="{BB962C8B-B14F-4D97-AF65-F5344CB8AC3E}">
        <p14:creationId xmlns:p14="http://schemas.microsoft.com/office/powerpoint/2010/main" val="1212913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12E67-5377-B578-962D-0B2BAF4DE1E9}"/>
              </a:ext>
            </a:extLst>
          </p:cNvPr>
          <p:cNvSpPr>
            <a:spLocks noGrp="1"/>
          </p:cNvSpPr>
          <p:nvPr>
            <p:ph type="title"/>
          </p:nvPr>
        </p:nvSpPr>
        <p:spPr/>
        <p:txBody>
          <a:bodyPr/>
          <a:lstStyle/>
          <a:p>
            <a:r>
              <a:rPr lang="en-US" dirty="0" err="1"/>
              <a:t>fetchone</a:t>
            </a:r>
            <a:r>
              <a:rPr lang="en-US" dirty="0"/>
              <a:t>()</a:t>
            </a:r>
          </a:p>
        </p:txBody>
      </p:sp>
      <p:sp>
        <p:nvSpPr>
          <p:cNvPr id="3" name="Content Placeholder 2">
            <a:extLst>
              <a:ext uri="{FF2B5EF4-FFF2-40B4-BE49-F238E27FC236}">
                <a16:creationId xmlns:a16="http://schemas.microsoft.com/office/drawing/2014/main" id="{D6A4F1D8-A9E3-6CE3-677C-B040BD7F20DE}"/>
              </a:ext>
            </a:extLst>
          </p:cNvPr>
          <p:cNvSpPr>
            <a:spLocks noGrp="1"/>
          </p:cNvSpPr>
          <p:nvPr>
            <p:ph sz="half" idx="1"/>
          </p:nvPr>
        </p:nvSpPr>
        <p:spPr>
          <a:xfrm>
            <a:off x="113847" y="1548198"/>
            <a:ext cx="4843272" cy="4143375"/>
          </a:xfrm>
        </p:spPr>
        <p:txBody>
          <a:bodyPr>
            <a:noAutofit/>
          </a:bodyPr>
          <a:lstStyle/>
          <a:p>
            <a:r>
              <a:rPr lang="en-US" dirty="0"/>
              <a:t>If you are searching for one row in a database OR you get back a list of rows and you want to get the first row then we use </a:t>
            </a:r>
            <a:r>
              <a:rPr lang="en-US" dirty="0" err="1"/>
              <a:t>fetchone</a:t>
            </a:r>
            <a:r>
              <a:rPr lang="en-US" dirty="0"/>
              <a:t>()</a:t>
            </a:r>
          </a:p>
          <a:p>
            <a:r>
              <a:rPr lang="en-US" dirty="0" err="1"/>
              <a:t>fetchone</a:t>
            </a:r>
            <a:r>
              <a:rPr lang="en-US" dirty="0"/>
              <a:t>() will return a tuple of the object or if no rows appear it will be None</a:t>
            </a:r>
          </a:p>
          <a:p>
            <a:r>
              <a:rPr lang="en-US" dirty="0"/>
              <a:t>Again you then process the data as needed</a:t>
            </a:r>
          </a:p>
        </p:txBody>
      </p:sp>
      <p:sp>
        <p:nvSpPr>
          <p:cNvPr id="4" name="Content Placeholder 3">
            <a:extLst>
              <a:ext uri="{FF2B5EF4-FFF2-40B4-BE49-F238E27FC236}">
                <a16:creationId xmlns:a16="http://schemas.microsoft.com/office/drawing/2014/main" id="{FC4812E6-B021-89D9-529D-5B5298CA05BA}"/>
              </a:ext>
            </a:extLst>
          </p:cNvPr>
          <p:cNvSpPr>
            <a:spLocks noGrp="1"/>
          </p:cNvSpPr>
          <p:nvPr>
            <p:ph sz="half" idx="2"/>
          </p:nvPr>
        </p:nvSpPr>
        <p:spPr>
          <a:xfrm>
            <a:off x="4957119" y="1548197"/>
            <a:ext cx="7828003" cy="4143375"/>
          </a:xfrm>
        </p:spPr>
        <p:txBody>
          <a:bodyPr>
            <a:normAutofit/>
          </a:bodyPr>
          <a:lstStyle/>
          <a:p>
            <a:pPr marL="0" marR="0">
              <a:lnSpc>
                <a:spcPct val="115000"/>
              </a:lnSpc>
              <a:spcAft>
                <a:spcPts val="600"/>
              </a:spcAft>
              <a:buNone/>
            </a:pP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def</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err="1">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get_product_by_id</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(product_id: </a:t>
            </a:r>
            <a:r>
              <a:rPr lang="en-US" sz="1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-&gt; Product |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None</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conn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get_connection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conn.cursor</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cursor.execute(</a:t>
            </a:r>
            <a:r>
              <a:rPr lang="en-US" sz="1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"SELECT * FROM product WHERE id = ?"</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(product_id,))</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row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cursor.fetchone</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conn.close</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if</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row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is</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None</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None</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Product(row[0], row[1], row[2], </a:t>
            </a:r>
            <a:r>
              <a:rPr lang="en-US" sz="1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float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(row[3]), </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(row[4]),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get_product_reviews</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(row[0]))</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400" dirty="0"/>
          </a:p>
        </p:txBody>
      </p:sp>
    </p:spTree>
    <p:extLst>
      <p:ext uri="{BB962C8B-B14F-4D97-AF65-F5344CB8AC3E}">
        <p14:creationId xmlns:p14="http://schemas.microsoft.com/office/powerpoint/2010/main" val="2239495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BF141-9F92-4FE6-B61D-373918E5E9C6}"/>
              </a:ext>
            </a:extLst>
          </p:cNvPr>
          <p:cNvSpPr>
            <a:spLocks noGrp="1"/>
          </p:cNvSpPr>
          <p:nvPr>
            <p:ph type="title"/>
          </p:nvPr>
        </p:nvSpPr>
        <p:spPr/>
        <p:txBody>
          <a:bodyPr/>
          <a:lstStyle/>
          <a:p>
            <a:r>
              <a:rPr lang="en-US" dirty="0" err="1"/>
              <a:t>fetchmany</a:t>
            </a:r>
            <a:r>
              <a:rPr lang="en-US" dirty="0"/>
              <a:t>() for size limit</a:t>
            </a:r>
          </a:p>
        </p:txBody>
      </p:sp>
      <p:sp>
        <p:nvSpPr>
          <p:cNvPr id="3" name="Content Placeholder 2">
            <a:extLst>
              <a:ext uri="{FF2B5EF4-FFF2-40B4-BE49-F238E27FC236}">
                <a16:creationId xmlns:a16="http://schemas.microsoft.com/office/drawing/2014/main" id="{9839E301-C83A-BB47-EED4-DF2D6343EF51}"/>
              </a:ext>
            </a:extLst>
          </p:cNvPr>
          <p:cNvSpPr>
            <a:spLocks noGrp="1"/>
          </p:cNvSpPr>
          <p:nvPr>
            <p:ph sz="half" idx="1"/>
          </p:nvPr>
        </p:nvSpPr>
        <p:spPr>
          <a:xfrm>
            <a:off x="200344" y="1552574"/>
            <a:ext cx="4843272" cy="4143375"/>
          </a:xfrm>
        </p:spPr>
        <p:txBody>
          <a:bodyPr>
            <a:normAutofit fontScale="77500" lnSpcReduction="20000"/>
          </a:bodyPr>
          <a:lstStyle/>
          <a:p>
            <a:r>
              <a:rPr lang="en-US" dirty="0"/>
              <a:t>In many real-world systems, tables may contain millions of rows</a:t>
            </a:r>
          </a:p>
          <a:p>
            <a:r>
              <a:rPr lang="en-US" dirty="0"/>
              <a:t>So pulling all the rows at once wastes time and memory on the database</a:t>
            </a:r>
          </a:p>
          <a:p>
            <a:pPr lvl="1"/>
            <a:r>
              <a:rPr lang="en-US" dirty="0"/>
              <a:t>Especially because we have multiple people accessing a database at once</a:t>
            </a:r>
          </a:p>
          <a:p>
            <a:r>
              <a:rPr lang="en-US" dirty="0"/>
              <a:t>For this reason we have </a:t>
            </a:r>
            <a:r>
              <a:rPr lang="en-US" dirty="0" err="1"/>
              <a:t>fetchmany</a:t>
            </a:r>
            <a:r>
              <a:rPr lang="en-US" dirty="0"/>
              <a:t>(size) to help us limit the number of rows to get</a:t>
            </a:r>
          </a:p>
          <a:p>
            <a:pPr lvl="1"/>
            <a:r>
              <a:rPr lang="en-US" dirty="0"/>
              <a:t>There are also some SQL query properties we can set as well to give us certain number of records</a:t>
            </a:r>
          </a:p>
          <a:p>
            <a:r>
              <a:rPr lang="en-US" dirty="0"/>
              <a:t>Make sure when you do your SQL query that you typically order the data as without doing that each query can mix data rows up and not be in the same order</a:t>
            </a:r>
          </a:p>
          <a:p>
            <a:r>
              <a:rPr lang="en-US" dirty="0"/>
              <a:t>Note the added Pythonic operation of getting the reviews of products via a comprehension</a:t>
            </a:r>
          </a:p>
        </p:txBody>
      </p:sp>
      <p:sp>
        <p:nvSpPr>
          <p:cNvPr id="4" name="Content Placeholder 3">
            <a:extLst>
              <a:ext uri="{FF2B5EF4-FFF2-40B4-BE49-F238E27FC236}">
                <a16:creationId xmlns:a16="http://schemas.microsoft.com/office/drawing/2014/main" id="{F8C4207E-5808-1B9B-7751-2807BFEAC22C}"/>
              </a:ext>
            </a:extLst>
          </p:cNvPr>
          <p:cNvSpPr>
            <a:spLocks noGrp="1"/>
          </p:cNvSpPr>
          <p:nvPr>
            <p:ph sz="half" idx="2"/>
          </p:nvPr>
        </p:nvSpPr>
        <p:spPr>
          <a:xfrm>
            <a:off x="4962723" y="1552573"/>
            <a:ext cx="7229277" cy="4143375"/>
          </a:xfrm>
        </p:spPr>
        <p:txBody>
          <a:bodyPr>
            <a:noAutofit/>
          </a:bodyPr>
          <a:lstStyle/>
          <a:p>
            <a:pPr marL="0" marR="0">
              <a:lnSpc>
                <a:spcPct val="115000"/>
              </a:lnSpc>
              <a:spcAft>
                <a:spcPts val="600"/>
              </a:spcAft>
              <a:buNone/>
            </a:pP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def</a:t>
            </a:r>
            <a:r>
              <a:rPr lang="en-US" sz="1400" b="1" dirty="0">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err="1">
                <a:solidFill>
                  <a:srgbClr val="0000FF"/>
                </a:solidFill>
                <a:effectLst/>
                <a:latin typeface="Courier New" panose="02070309020205020404" pitchFamily="49" charset="0"/>
                <a:ea typeface="MS Mincho" panose="02020609040205080304" pitchFamily="49" charset="-128"/>
                <a:cs typeface="Times New Roman" panose="02020603050405020304" pitchFamily="18" charset="0"/>
              </a:rPr>
              <a:t>get_products_page</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page_size</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-&gt; </a:t>
            </a:r>
            <a:r>
              <a:rPr lang="en-US" sz="1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list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[Product]: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conn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get_connection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conn.cursor</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cursor.execute(</a:t>
            </a:r>
            <a:r>
              <a:rPr lang="en-US" sz="1400" b="1" dirty="0">
                <a:solidFill>
                  <a:srgbClr val="006500"/>
                </a:solidFill>
                <a:effectLst/>
                <a:latin typeface="Courier New" panose="02070309020205020404" pitchFamily="49" charset="0"/>
                <a:ea typeface="MS Mincho" panose="02020609040205080304" pitchFamily="49" charset="-128"/>
                <a:cs typeface="Times New Roman" panose="02020603050405020304" pitchFamily="18" charset="0"/>
              </a:rPr>
              <a:t>"SELECT * FROM product ORDER BY id"</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rows =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cursor.fetchmany</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page_size</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products = [Product(r[0], r[1], r[2], </a:t>
            </a:r>
            <a:r>
              <a:rPr lang="en-US" sz="1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float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(r[3]), </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800080"/>
                </a:solidFill>
                <a:effectLst/>
                <a:latin typeface="Courier New" panose="02070309020205020404" pitchFamily="49" charset="0"/>
                <a:ea typeface="MS Mincho" panose="02020609040205080304" pitchFamily="49" charset="-128"/>
                <a:cs typeface="Times New Roman" panose="02020603050405020304" pitchFamily="18" charset="0"/>
              </a:rPr>
              <a:t>int</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(r[4]),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get_product_reviews</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(r[0]))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for</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in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rows]</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err="1">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conn.close</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a:t>
            </a:r>
            <a:b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b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a:t>
            </a:r>
            <a:r>
              <a:rPr lang="en-US" sz="1400" b="1" dirty="0">
                <a:solidFill>
                  <a:srgbClr val="AB0F00"/>
                </a:solidFill>
                <a:effectLst/>
                <a:latin typeface="Courier New" panose="02070309020205020404" pitchFamily="49" charset="0"/>
                <a:ea typeface="MS Mincho" panose="02020609040205080304" pitchFamily="49" charset="-128"/>
                <a:cs typeface="Times New Roman" panose="02020603050405020304" pitchFamily="18" charset="0"/>
              </a:rPr>
              <a:t>return</a:t>
            </a:r>
            <a:r>
              <a:rPr lang="en-US" sz="1400" b="1" dirty="0">
                <a:solidFill>
                  <a:srgbClr val="000000"/>
                </a:solidFill>
                <a:effectLst/>
                <a:latin typeface="Courier New" panose="02070309020205020404" pitchFamily="49" charset="0"/>
                <a:ea typeface="MS Mincho" panose="02020609040205080304" pitchFamily="49" charset="-128"/>
                <a:cs typeface="Times New Roman" panose="02020603050405020304" pitchFamily="18" charset="0"/>
              </a:rPr>
              <a:t> products</a:t>
            </a:r>
            <a:endParaRPr lang="en-US" sz="14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sz="1400" dirty="0"/>
          </a:p>
        </p:txBody>
      </p:sp>
    </p:spTree>
    <p:extLst>
      <p:ext uri="{BB962C8B-B14F-4D97-AF65-F5344CB8AC3E}">
        <p14:creationId xmlns:p14="http://schemas.microsoft.com/office/powerpoint/2010/main" val="3042931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D8AC5F-33FF-0263-4AA0-6BEBE79B0CA5}"/>
              </a:ext>
            </a:extLst>
          </p:cNvPr>
          <p:cNvSpPr>
            <a:spLocks noGrp="1"/>
          </p:cNvSpPr>
          <p:nvPr>
            <p:ph type="title"/>
          </p:nvPr>
        </p:nvSpPr>
        <p:spPr/>
        <p:txBody>
          <a:bodyPr/>
          <a:lstStyle/>
          <a:p>
            <a:r>
              <a:rPr lang="en-US" dirty="0"/>
              <a:t>Coding Example – Query Data</a:t>
            </a:r>
          </a:p>
        </p:txBody>
      </p:sp>
      <p:sp>
        <p:nvSpPr>
          <p:cNvPr id="5" name="Content Placeholder 4">
            <a:extLst>
              <a:ext uri="{FF2B5EF4-FFF2-40B4-BE49-F238E27FC236}">
                <a16:creationId xmlns:a16="http://schemas.microsoft.com/office/drawing/2014/main" id="{630E18DA-F953-08C7-F2C5-06D424CA55EF}"/>
              </a:ext>
            </a:extLst>
          </p:cNvPr>
          <p:cNvSpPr>
            <a:spLocks noGrp="1"/>
          </p:cNvSpPr>
          <p:nvPr>
            <p:ph idx="1"/>
          </p:nvPr>
        </p:nvSpPr>
        <p:spPr/>
        <p:txBody>
          <a:bodyPr>
            <a:noAutofit/>
          </a:bodyPr>
          <a:lstStyle/>
          <a:p>
            <a:r>
              <a:rPr lang="en-US" dirty="0"/>
              <a:t>Query our application for all accounts</a:t>
            </a:r>
          </a:p>
          <a:p>
            <a:r>
              <a:rPr lang="en-US" dirty="0"/>
              <a:t>Query owners for searching</a:t>
            </a:r>
          </a:p>
          <a:p>
            <a:r>
              <a:rPr lang="en-US" dirty="0"/>
              <a:t>Query owners when adding new accounts on main</a:t>
            </a:r>
          </a:p>
          <a:p>
            <a:r>
              <a:rPr lang="en-US" dirty="0"/>
              <a:t>View Accounts</a:t>
            </a:r>
          </a:p>
          <a:p>
            <a:r>
              <a:rPr lang="en-US" dirty="0"/>
              <a:t>Filtering Accounts</a:t>
            </a:r>
          </a:p>
          <a:p>
            <a:r>
              <a:rPr lang="en-US" dirty="0"/>
              <a:t>Finish connecting INSERTs within the database file and main</a:t>
            </a:r>
          </a:p>
          <a:p>
            <a:pPr marL="0" indent="0">
              <a:buNone/>
            </a:pPr>
            <a:endParaRPr lang="en-US" dirty="0"/>
          </a:p>
        </p:txBody>
      </p:sp>
    </p:spTree>
    <p:extLst>
      <p:ext uri="{BB962C8B-B14F-4D97-AF65-F5344CB8AC3E}">
        <p14:creationId xmlns:p14="http://schemas.microsoft.com/office/powerpoint/2010/main" val="41144744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B341166D007A44F96DAB297EB9286AE" ma:contentTypeVersion="1" ma:contentTypeDescription="Create a new document." ma:contentTypeScope="" ma:versionID="b480b76c1a13d0cb60d9fa02ce9cfa12">
  <xsd:schema xmlns:xsd="http://www.w3.org/2001/XMLSchema" xmlns:xs="http://www.w3.org/2001/XMLSchema" xmlns:p="http://schemas.microsoft.com/office/2006/metadata/properties" xmlns:ns1="http://schemas.microsoft.com/sharepoint/v3" xmlns:ns2="4408313d-b437-4f49-9134-0613b1cf82e0" targetNamespace="http://schemas.microsoft.com/office/2006/metadata/properties" ma:root="true" ma:fieldsID="7e1a49c581aee02705c497c71c6a3062" ns1:_="" ns2:_="">
    <xsd:import namespace="http://schemas.microsoft.com/sharepoint/v3"/>
    <xsd:import namespace="4408313d-b437-4f49-9134-0613b1cf82e0"/>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 ma:hidden="true" ma:internalName="PublishingStartDate">
      <xsd:simpleType>
        <xsd:restriction base="dms:Unknown"/>
      </xsd:simpleType>
    </xsd:element>
    <xsd:element name="PublishingExpirationDate" ma:index="12"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408313d-b437-4f49-9134-0613b1cf82e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4408313d-b437-4f49-9134-0613b1cf82e0">5K6DURXD36E5-1034-11</_dlc_DocId>
    <_dlc_DocIdUrl xmlns="4408313d-b437-4f49-9134-0613b1cf82e0">
      <Url>https://myway.mccneb.edu/employees/Departments/marketing/_layouts/15/DocIdRedir.aspx?ID=5K6DURXD36E5-1034-11</Url>
      <Description>5K6DURXD36E5-1034-11</Description>
    </_dlc_DocIdUrl>
  </documentManagement>
</p:properties>
</file>

<file path=customXml/itemProps1.xml><?xml version="1.0" encoding="utf-8"?>
<ds:datastoreItem xmlns:ds="http://schemas.openxmlformats.org/officeDocument/2006/customXml" ds:itemID="{B64BA4CB-1A05-46BE-B2E1-F56C6161E1AA}">
  <ds:schemaRefs>
    <ds:schemaRef ds:uri="http://schemas.microsoft.com/sharepoint/events"/>
  </ds:schemaRefs>
</ds:datastoreItem>
</file>

<file path=customXml/itemProps2.xml><?xml version="1.0" encoding="utf-8"?>
<ds:datastoreItem xmlns:ds="http://schemas.openxmlformats.org/officeDocument/2006/customXml" ds:itemID="{7AA46240-6986-4B9C-B1FF-32FBEE40E057}">
  <ds:schemaRefs>
    <ds:schemaRef ds:uri="http://schemas.microsoft.com/sharepoint/v3/contenttype/forms"/>
  </ds:schemaRefs>
</ds:datastoreItem>
</file>

<file path=customXml/itemProps3.xml><?xml version="1.0" encoding="utf-8"?>
<ds:datastoreItem xmlns:ds="http://schemas.openxmlformats.org/officeDocument/2006/customXml" ds:itemID="{8A61AA4B-2C2A-4993-9592-F7FC50101C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408313d-b437-4f49-9134-0613b1cf82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4BA48C2-912C-4BF9-9AD3-31CDA2E37A00}">
  <ds:schemaRefs>
    <ds:schemaRef ds:uri="4408313d-b437-4f49-9134-0613b1cf82e0"/>
    <ds:schemaRef ds:uri="http://schemas.microsoft.com/sharepoint/v3"/>
    <ds:schemaRef ds:uri="http://purl.org/dc/dcmitype/"/>
    <ds:schemaRef ds:uri="http://purl.org/dc/terms/"/>
    <ds:schemaRef ds:uri="http://www.w3.org/XML/1998/namespace"/>
    <ds:schemaRef ds:uri="http://schemas.microsoft.com/office/2006/metadata/properties"/>
    <ds:schemaRef ds:uri="http://schemas.microsoft.com/office/2006/documentManagement/types"/>
    <ds:schemaRef ds:uri="http://schemas.openxmlformats.org/package/2006/metadata/core-properties"/>
    <ds:schemaRef ds:uri="http://schemas.microsoft.com/office/infopath/2007/PartnerControl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8037</TotalTime>
  <Words>4931</Words>
  <Application>Microsoft Office PowerPoint</Application>
  <PresentationFormat>Widescreen</PresentationFormat>
  <Paragraphs>340</Paragraphs>
  <Slides>36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Adobe Garamond Pro</vt:lpstr>
      <vt:lpstr>Arial</vt:lpstr>
      <vt:lpstr>Calibri</vt:lpstr>
      <vt:lpstr>Cambria</vt:lpstr>
      <vt:lpstr>Consolas</vt:lpstr>
      <vt:lpstr>Courier New</vt:lpstr>
      <vt:lpstr>Intro Bold</vt:lpstr>
      <vt:lpstr>Intro Light</vt:lpstr>
      <vt:lpstr>Wingdings</vt:lpstr>
      <vt:lpstr>Office Theme</vt:lpstr>
      <vt:lpstr>Databases in Python</vt:lpstr>
      <vt:lpstr>Relational Database SQL</vt:lpstr>
      <vt:lpstr>What is a relational database?</vt:lpstr>
      <vt:lpstr>Tables, rows and columns</vt:lpstr>
      <vt:lpstr>Primary and Foreign Keys</vt:lpstr>
      <vt:lpstr>Common Relational Databases</vt:lpstr>
      <vt:lpstr>SQL Commands</vt:lpstr>
      <vt:lpstr>What is SQL?</vt:lpstr>
      <vt:lpstr>Create Tables</vt:lpstr>
      <vt:lpstr>Read from tables (Query)</vt:lpstr>
      <vt:lpstr>ORDER BY and Range checks</vt:lpstr>
      <vt:lpstr>Aggregate Functions</vt:lpstr>
      <vt:lpstr>Inserting Data</vt:lpstr>
      <vt:lpstr>Update a row</vt:lpstr>
      <vt:lpstr>Delete</vt:lpstr>
      <vt:lpstr>SQL coding style</vt:lpstr>
      <vt:lpstr>Coding Example – Using DB Browser</vt:lpstr>
      <vt:lpstr>SQLite3 Connecting to Database</vt:lpstr>
      <vt:lpstr>SQLite in Python – Connect and Cursor</vt:lpstr>
      <vt:lpstr>Creating some tables</vt:lpstr>
      <vt:lpstr>Inserting some data</vt:lpstr>
      <vt:lpstr>Parameterized Statements and SQL Injection</vt:lpstr>
      <vt:lpstr>Design Pattern -&gt; Connection Factory</vt:lpstr>
      <vt:lpstr>Connection Factory</vt:lpstr>
      <vt:lpstr>Insert in Python</vt:lpstr>
      <vt:lpstr>Managing Errors in Databases</vt:lpstr>
      <vt:lpstr>Inserting Records</vt:lpstr>
      <vt:lpstr>Inserting a Review</vt:lpstr>
      <vt:lpstr>Coding Example – Insert Data</vt:lpstr>
      <vt:lpstr>Query in Python</vt:lpstr>
      <vt:lpstr>Querying Data – one, all, or many</vt:lpstr>
      <vt:lpstr>fetchall()</vt:lpstr>
      <vt:lpstr>What about this reviews function?</vt:lpstr>
      <vt:lpstr>fetchone()</vt:lpstr>
      <vt:lpstr>fetchmany() for size limit</vt:lpstr>
      <vt:lpstr>Coding Example – Query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Hartman, Lucas</dc:creator>
  <cp:lastModifiedBy>Hartman, Lucas</cp:lastModifiedBy>
  <cp:revision>26</cp:revision>
  <dcterms:created xsi:type="dcterms:W3CDTF">2022-06-09T19:09:31Z</dcterms:created>
  <dcterms:modified xsi:type="dcterms:W3CDTF">2026-04-16T19:45:27Z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0x0101006B341166D007A44F96DAB297EB9286AE</vt:lpwstr>
  </property>
  <property fmtid="{D5CDD505-2E9C-101B-9397-08002B2CF9AE}" pid="3" name="_dlc_DocIdItemGuid">
    <vt:lpwstr>b616e4c7-a5d0-45d1-a2b2-69c0143a48ff</vt:lpwstr>
  </property>
</Properties>
</file>