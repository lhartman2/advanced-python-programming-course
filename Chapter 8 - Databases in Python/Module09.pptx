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27"/>
  </p:notesMasterIdLst>
  <p:sldIdLst>
    <p:sldId id="256" r:id="rId6"/>
    <p:sldId id="306" r:id="rId7"/>
    <p:sldId id="320" r:id="rId8"/>
    <p:sldId id="339" r:id="rId9"/>
    <p:sldId id="344" r:id="rId10"/>
    <p:sldId id="340" r:id="rId11"/>
    <p:sldId id="345" r:id="rId12"/>
    <p:sldId id="346" r:id="rId13"/>
    <p:sldId id="309" r:id="rId14"/>
    <p:sldId id="308" r:id="rId15"/>
    <p:sldId id="321" r:id="rId16"/>
    <p:sldId id="341" r:id="rId17"/>
    <p:sldId id="342" r:id="rId18"/>
    <p:sldId id="343" r:id="rId19"/>
    <p:sldId id="347" r:id="rId20"/>
    <p:sldId id="348" r:id="rId21"/>
    <p:sldId id="349" r:id="rId22"/>
    <p:sldId id="350" r:id="rId23"/>
    <p:sldId id="351" r:id="rId24"/>
    <p:sldId id="352" r:id="rId25"/>
    <p:sldId id="35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0065"/>
    <a:srgbClr val="A20000"/>
    <a:srgbClr val="490000"/>
    <a:srgbClr val="007CBD"/>
    <a:srgbClr val="00AEEF"/>
    <a:srgbClr val="009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957FD7-7060-4029-8175-61CF7C918797}" v="8" dt="2026-01-30T18:37:15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79075" autoAdjust="0"/>
  </p:normalViewPr>
  <p:slideViewPr>
    <p:cSldViewPr snapToGrid="0">
      <p:cViewPr varScale="1">
        <p:scale>
          <a:sx n="87" d="100"/>
          <a:sy n="87" d="100"/>
        </p:scale>
        <p:origin x="70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man, Lucas" userId="54df504d-6b26-4972-93dd-c21e09d4490b" providerId="ADAL" clId="{DA797BB2-F189-4808-BF03-EC6D040664BC}"/>
    <pc:docChg chg="undo redo custSel addSld delSld modSld sldOrd">
      <pc:chgData name="Hartman, Lucas" userId="54df504d-6b26-4972-93dd-c21e09d4490b" providerId="ADAL" clId="{DA797BB2-F189-4808-BF03-EC6D040664BC}" dt="2026-01-30T19:07:18.144" v="114340" actId="20577"/>
      <pc:docMkLst>
        <pc:docMk/>
      </pc:docMkLst>
      <pc:sldChg chg="modSp mod">
        <pc:chgData name="Hartman, Lucas" userId="54df504d-6b26-4972-93dd-c21e09d4490b" providerId="ADAL" clId="{DA797BB2-F189-4808-BF03-EC6D040664BC}" dt="2026-01-29T14:12:57.283" v="106112" actId="20577"/>
        <pc:sldMkLst>
          <pc:docMk/>
          <pc:sldMk cId="2520530202" sldId="256"/>
        </pc:sldMkLst>
        <pc:spChg chg="mod">
          <ac:chgData name="Hartman, Lucas" userId="54df504d-6b26-4972-93dd-c21e09d4490b" providerId="ADAL" clId="{DA797BB2-F189-4808-BF03-EC6D040664BC}" dt="2026-01-29T14:12:54.916" v="106110" actId="404"/>
          <ac:spMkLst>
            <pc:docMk/>
            <pc:sldMk cId="2520530202" sldId="256"/>
            <ac:spMk id="2" creationId="{589DB60D-668E-44FF-BA61-B56EE8830DC2}"/>
          </ac:spMkLst>
        </pc:spChg>
        <pc:spChg chg="mod">
          <ac:chgData name="Hartman, Lucas" userId="54df504d-6b26-4972-93dd-c21e09d4490b" providerId="ADAL" clId="{DA797BB2-F189-4808-BF03-EC6D040664BC}" dt="2026-01-29T14:12:57.283" v="106112" actId="20577"/>
          <ac:spMkLst>
            <pc:docMk/>
            <pc:sldMk cId="2520530202" sldId="256"/>
            <ac:spMk id="3" creationId="{4A182FC2-B1F9-4263-A786-D0159CDB7DB7}"/>
          </ac:spMkLst>
        </pc:spChg>
      </pc:sldChg>
      <pc:sldChg chg="modSp new del mod">
        <pc:chgData name="Hartman, Lucas" userId="54df504d-6b26-4972-93dd-c21e09d4490b" providerId="ADAL" clId="{DA797BB2-F189-4808-BF03-EC6D040664BC}" dt="2026-01-30T15:01:15.747" v="112586" actId="47"/>
        <pc:sldMkLst>
          <pc:docMk/>
          <pc:sldMk cId="3519035121" sldId="273"/>
        </pc:sldMkLst>
        <pc:spChg chg="mod">
          <ac:chgData name="Hartman, Lucas" userId="54df504d-6b26-4972-93dd-c21e09d4490b" providerId="ADAL" clId="{DA797BB2-F189-4808-BF03-EC6D040664BC}" dt="2026-01-29T14:13:13.066" v="106158" actId="20577"/>
          <ac:spMkLst>
            <pc:docMk/>
            <pc:sldMk cId="3519035121" sldId="273"/>
            <ac:spMk id="2" creationId="{61E5E9E9-3195-BEFF-D428-A3A399103075}"/>
          </ac:spMkLst>
        </pc:spChg>
      </pc:sldChg>
      <pc:sldChg chg="modSp new del mod">
        <pc:chgData name="Hartman, Lucas" userId="54df504d-6b26-4972-93dd-c21e09d4490b" providerId="ADAL" clId="{DA797BB2-F189-4808-BF03-EC6D040664BC}" dt="2026-01-29T14:13:20.955" v="106159" actId="47"/>
        <pc:sldMkLst>
          <pc:docMk/>
          <pc:sldMk cId="201914323" sldId="274"/>
        </pc:sldMkLst>
      </pc:sldChg>
      <pc:sldChg chg="modSp new del mod ord">
        <pc:chgData name="Hartman, Lucas" userId="54df504d-6b26-4972-93dd-c21e09d4490b" providerId="ADAL" clId="{DA797BB2-F189-4808-BF03-EC6D040664BC}" dt="2026-01-29T14:13:37.377" v="106160" actId="47"/>
        <pc:sldMkLst>
          <pc:docMk/>
          <pc:sldMk cId="3749584655" sldId="283"/>
        </pc:sldMkLst>
      </pc:sldChg>
      <pc:sldChg chg="addSp delSp modSp new del mod modClrScheme chgLayout">
        <pc:chgData name="Hartman, Lucas" userId="54df504d-6b26-4972-93dd-c21e09d4490b" providerId="ADAL" clId="{DA797BB2-F189-4808-BF03-EC6D040664BC}" dt="2026-01-29T14:13:37.377" v="106160" actId="47"/>
        <pc:sldMkLst>
          <pc:docMk/>
          <pc:sldMk cId="4114474481" sldId="286"/>
        </pc:sldMkLst>
      </pc:sldChg>
      <pc:sldChg chg="delSp modSp new del mod ord modClrScheme chgLayout">
        <pc:chgData name="Hartman, Lucas" userId="54df504d-6b26-4972-93dd-c21e09d4490b" providerId="ADAL" clId="{DA797BB2-F189-4808-BF03-EC6D040664BC}" dt="2026-01-29T14:13:37.377" v="106160" actId="47"/>
        <pc:sldMkLst>
          <pc:docMk/>
          <pc:sldMk cId="1172748093" sldId="287"/>
        </pc:sldMkLst>
      </pc:sldChg>
      <pc:sldChg chg="modSp new del mod">
        <pc:chgData name="Hartman, Lucas" userId="54df504d-6b26-4972-93dd-c21e09d4490b" providerId="ADAL" clId="{DA797BB2-F189-4808-BF03-EC6D040664BC}" dt="2026-01-29T14:13:37.377" v="106160" actId="47"/>
        <pc:sldMkLst>
          <pc:docMk/>
          <pc:sldMk cId="2233817530" sldId="303"/>
        </pc:sldMkLst>
      </pc:sldChg>
      <pc:sldChg chg="modSp new del mod">
        <pc:chgData name="Hartman, Lucas" userId="54df504d-6b26-4972-93dd-c21e09d4490b" providerId="ADAL" clId="{DA797BB2-F189-4808-BF03-EC6D040664BC}" dt="2026-01-29T14:13:37.377" v="106160" actId="47"/>
        <pc:sldMkLst>
          <pc:docMk/>
          <pc:sldMk cId="4081211921" sldId="304"/>
        </pc:sldMkLst>
      </pc:sldChg>
      <pc:sldChg chg="modSp new del mod ord">
        <pc:chgData name="Hartman, Lucas" userId="54df504d-6b26-4972-93dd-c21e09d4490b" providerId="ADAL" clId="{DA797BB2-F189-4808-BF03-EC6D040664BC}" dt="2026-01-29T14:13:37.377" v="106160" actId="47"/>
        <pc:sldMkLst>
          <pc:docMk/>
          <pc:sldMk cId="3446303032" sldId="305"/>
        </pc:sldMkLst>
      </pc:sldChg>
      <pc:sldChg chg="modSp new mod">
        <pc:chgData name="Hartman, Lucas" userId="54df504d-6b26-4972-93dd-c21e09d4490b" providerId="ADAL" clId="{DA797BB2-F189-4808-BF03-EC6D040664BC}" dt="2026-01-14T17:52:39.620" v="82146" actId="20577"/>
        <pc:sldMkLst>
          <pc:docMk/>
          <pc:sldMk cId="3727835074" sldId="306"/>
        </pc:sldMkLst>
        <pc:spChg chg="mod">
          <ac:chgData name="Hartman, Lucas" userId="54df504d-6b26-4972-93dd-c21e09d4490b" providerId="ADAL" clId="{DA797BB2-F189-4808-BF03-EC6D040664BC}" dt="2026-01-14T17:52:37.794" v="82142" actId="20577"/>
          <ac:spMkLst>
            <pc:docMk/>
            <pc:sldMk cId="3727835074" sldId="306"/>
            <ac:spMk id="2" creationId="{69A315BD-2F46-35F2-CBB2-7EB88D88D447}"/>
          </ac:spMkLst>
        </pc:spChg>
        <pc:spChg chg="mod">
          <ac:chgData name="Hartman, Lucas" userId="54df504d-6b26-4972-93dd-c21e09d4490b" providerId="ADAL" clId="{DA797BB2-F189-4808-BF03-EC6D040664BC}" dt="2026-01-14T17:52:39.620" v="82146" actId="20577"/>
          <ac:spMkLst>
            <pc:docMk/>
            <pc:sldMk cId="3727835074" sldId="306"/>
            <ac:spMk id="3" creationId="{90026F26-7F8A-19C5-AE7C-F323D6FB47E6}"/>
          </ac:spMkLst>
        </pc:spChg>
      </pc:sldChg>
      <pc:sldChg chg="modSp new mod">
        <pc:chgData name="Hartman, Lucas" userId="54df504d-6b26-4972-93dd-c21e09d4490b" providerId="ADAL" clId="{DA797BB2-F189-4808-BF03-EC6D040664BC}" dt="2026-01-14T17:53:26.397" v="82261" actId="20577"/>
        <pc:sldMkLst>
          <pc:docMk/>
          <pc:sldMk cId="439203133" sldId="308"/>
        </pc:sldMkLst>
        <pc:spChg chg="mod">
          <ac:chgData name="Hartman, Lucas" userId="54df504d-6b26-4972-93dd-c21e09d4490b" providerId="ADAL" clId="{DA797BB2-F189-4808-BF03-EC6D040664BC}" dt="2026-01-14T17:53:22.940" v="82252" actId="20577"/>
          <ac:spMkLst>
            <pc:docMk/>
            <pc:sldMk cId="439203133" sldId="308"/>
            <ac:spMk id="2" creationId="{C60C44A2-15C4-F7CB-F8B9-A355579DF9F0}"/>
          </ac:spMkLst>
        </pc:spChg>
        <pc:spChg chg="mod">
          <ac:chgData name="Hartman, Lucas" userId="54df504d-6b26-4972-93dd-c21e09d4490b" providerId="ADAL" clId="{DA797BB2-F189-4808-BF03-EC6D040664BC}" dt="2026-01-14T17:53:26.397" v="82261" actId="20577"/>
          <ac:spMkLst>
            <pc:docMk/>
            <pc:sldMk cId="439203133" sldId="308"/>
            <ac:spMk id="3" creationId="{79FBD4E4-232D-C8CC-30A1-F4CA865EC92A}"/>
          </ac:spMkLst>
        </pc:spChg>
      </pc:sldChg>
      <pc:sldChg chg="modSp new mod ord">
        <pc:chgData name="Hartman, Lucas" userId="54df504d-6b26-4972-93dd-c21e09d4490b" providerId="ADAL" clId="{DA797BB2-F189-4808-BF03-EC6D040664BC}" dt="2026-01-29T20:41:09.295" v="112580" actId="20577"/>
        <pc:sldMkLst>
          <pc:docMk/>
          <pc:sldMk cId="2099995440" sldId="309"/>
        </pc:sldMkLst>
        <pc:spChg chg="mod">
          <ac:chgData name="Hartman, Lucas" userId="54df504d-6b26-4972-93dd-c21e09d4490b" providerId="ADAL" clId="{DA797BB2-F189-4808-BF03-EC6D040664BC}" dt="2026-01-16T18:18:57.429" v="101768" actId="20577"/>
          <ac:spMkLst>
            <pc:docMk/>
            <pc:sldMk cId="2099995440" sldId="309"/>
            <ac:spMk id="2" creationId="{E9D77A0C-FEA3-5EFA-99C8-24630E7931CD}"/>
          </ac:spMkLst>
        </pc:spChg>
        <pc:spChg chg="mod">
          <ac:chgData name="Hartman, Lucas" userId="54df504d-6b26-4972-93dd-c21e09d4490b" providerId="ADAL" clId="{DA797BB2-F189-4808-BF03-EC6D040664BC}" dt="2026-01-29T20:41:09.295" v="112580" actId="20577"/>
          <ac:spMkLst>
            <pc:docMk/>
            <pc:sldMk cId="2099995440" sldId="309"/>
            <ac:spMk id="3" creationId="{1DE82E76-E8F4-4856-F40D-FADDA84E7C16}"/>
          </ac:spMkLst>
        </pc:spChg>
      </pc:sldChg>
      <pc:sldChg chg="modSp new del mod">
        <pc:chgData name="Hartman, Lucas" userId="54df504d-6b26-4972-93dd-c21e09d4490b" providerId="ADAL" clId="{DA797BB2-F189-4808-BF03-EC6D040664BC}" dt="2026-01-29T14:13:20.955" v="106159" actId="47"/>
        <pc:sldMkLst>
          <pc:docMk/>
          <pc:sldMk cId="4088063980" sldId="312"/>
        </pc:sldMkLst>
      </pc:sldChg>
      <pc:sldChg chg="modSp new del mod">
        <pc:chgData name="Hartman, Lucas" userId="54df504d-6b26-4972-93dd-c21e09d4490b" providerId="ADAL" clId="{DA797BB2-F189-4808-BF03-EC6D040664BC}" dt="2026-01-29T14:13:20.955" v="106159" actId="47"/>
        <pc:sldMkLst>
          <pc:docMk/>
          <pc:sldMk cId="3237829775" sldId="313"/>
        </pc:sldMkLst>
      </pc:sldChg>
      <pc:sldChg chg="modSp new del mod">
        <pc:chgData name="Hartman, Lucas" userId="54df504d-6b26-4972-93dd-c21e09d4490b" providerId="ADAL" clId="{DA797BB2-F189-4808-BF03-EC6D040664BC}" dt="2026-01-29T14:13:20.955" v="106159" actId="47"/>
        <pc:sldMkLst>
          <pc:docMk/>
          <pc:sldMk cId="64672493" sldId="314"/>
        </pc:sldMkLst>
      </pc:sldChg>
      <pc:sldChg chg="modSp new del mod">
        <pc:chgData name="Hartman, Lucas" userId="54df504d-6b26-4972-93dd-c21e09d4490b" providerId="ADAL" clId="{DA797BB2-F189-4808-BF03-EC6D040664BC}" dt="2026-01-29T14:13:20.955" v="106159" actId="47"/>
        <pc:sldMkLst>
          <pc:docMk/>
          <pc:sldMk cId="317270205" sldId="315"/>
        </pc:sldMkLst>
      </pc:sldChg>
      <pc:sldChg chg="modSp new del mod">
        <pc:chgData name="Hartman, Lucas" userId="54df504d-6b26-4972-93dd-c21e09d4490b" providerId="ADAL" clId="{DA797BB2-F189-4808-BF03-EC6D040664BC}" dt="2026-01-29T14:13:20.955" v="106159" actId="47"/>
        <pc:sldMkLst>
          <pc:docMk/>
          <pc:sldMk cId="3142488384" sldId="316"/>
        </pc:sldMkLst>
      </pc:sldChg>
      <pc:sldChg chg="addSp modSp new del mod modClrScheme chgLayout">
        <pc:chgData name="Hartman, Lucas" userId="54df504d-6b26-4972-93dd-c21e09d4490b" providerId="ADAL" clId="{DA797BB2-F189-4808-BF03-EC6D040664BC}" dt="2026-01-29T14:13:20.955" v="106159" actId="47"/>
        <pc:sldMkLst>
          <pc:docMk/>
          <pc:sldMk cId="3861578690" sldId="317"/>
        </pc:sldMkLst>
      </pc:sldChg>
      <pc:sldChg chg="addSp modSp new del mod ord modClrScheme chgLayout">
        <pc:chgData name="Hartman, Lucas" userId="54df504d-6b26-4972-93dd-c21e09d4490b" providerId="ADAL" clId="{DA797BB2-F189-4808-BF03-EC6D040664BC}" dt="2026-01-29T14:13:20.955" v="106159" actId="47"/>
        <pc:sldMkLst>
          <pc:docMk/>
          <pc:sldMk cId="2385945354" sldId="318"/>
        </pc:sldMkLst>
      </pc:sldChg>
      <pc:sldChg chg="addSp delSp modSp new del mod modClrScheme chgLayout">
        <pc:chgData name="Hartman, Lucas" userId="54df504d-6b26-4972-93dd-c21e09d4490b" providerId="ADAL" clId="{DA797BB2-F189-4808-BF03-EC6D040664BC}" dt="2026-01-29T14:13:20.955" v="106159" actId="47"/>
        <pc:sldMkLst>
          <pc:docMk/>
          <pc:sldMk cId="1687701416" sldId="319"/>
        </pc:sldMkLst>
      </pc:sldChg>
      <pc:sldChg chg="addSp delSp modSp new mod ord modClrScheme chgLayout">
        <pc:chgData name="Hartman, Lucas" userId="54df504d-6b26-4972-93dd-c21e09d4490b" providerId="ADAL" clId="{DA797BB2-F189-4808-BF03-EC6D040664BC}" dt="2026-01-30T15:02:03.792" v="112589" actId="20578"/>
        <pc:sldMkLst>
          <pc:docMk/>
          <pc:sldMk cId="3032425405" sldId="320"/>
        </pc:sldMkLst>
        <pc:spChg chg="mod ord">
          <ac:chgData name="Hartman, Lucas" userId="54df504d-6b26-4972-93dd-c21e09d4490b" providerId="ADAL" clId="{DA797BB2-F189-4808-BF03-EC6D040664BC}" dt="2026-01-15T20:53:48.965" v="88545" actId="700"/>
          <ac:spMkLst>
            <pc:docMk/>
            <pc:sldMk cId="3032425405" sldId="320"/>
            <ac:spMk id="2" creationId="{9F3ECE52-78AB-FFC7-A34F-2E114D1CCC51}"/>
          </ac:spMkLst>
        </pc:spChg>
        <pc:spChg chg="add mod ord">
          <ac:chgData name="Hartman, Lucas" userId="54df504d-6b26-4972-93dd-c21e09d4490b" providerId="ADAL" clId="{DA797BB2-F189-4808-BF03-EC6D040664BC}" dt="2026-01-15T21:02:42.943" v="89453" actId="2711"/>
          <ac:spMkLst>
            <pc:docMk/>
            <pc:sldMk cId="3032425405" sldId="320"/>
            <ac:spMk id="4" creationId="{94F0C410-1CBF-0D50-D117-128CA9BC797C}"/>
          </ac:spMkLst>
        </pc:spChg>
        <pc:spChg chg="add mod ord">
          <ac:chgData name="Hartman, Lucas" userId="54df504d-6b26-4972-93dd-c21e09d4490b" providerId="ADAL" clId="{DA797BB2-F189-4808-BF03-EC6D040664BC}" dt="2026-01-30T15:02:03.792" v="112589" actId="20578"/>
          <ac:spMkLst>
            <pc:docMk/>
            <pc:sldMk cId="3032425405" sldId="320"/>
            <ac:spMk id="5" creationId="{B4B69436-854B-03FF-AB13-A4CE97098DAA}"/>
          </ac:spMkLst>
        </pc:spChg>
      </pc:sldChg>
      <pc:sldChg chg="addSp delSp modSp new mod ord modClrScheme chgLayout">
        <pc:chgData name="Hartman, Lucas" userId="54df504d-6b26-4972-93dd-c21e09d4490b" providerId="ADAL" clId="{DA797BB2-F189-4808-BF03-EC6D040664BC}" dt="2026-01-30T15:01:12.583" v="112585"/>
        <pc:sldMkLst>
          <pc:docMk/>
          <pc:sldMk cId="4245661859" sldId="321"/>
        </pc:sldMkLst>
        <pc:spChg chg="mod ord">
          <ac:chgData name="Hartman, Lucas" userId="54df504d-6b26-4972-93dd-c21e09d4490b" providerId="ADAL" clId="{DA797BB2-F189-4808-BF03-EC6D040664BC}" dt="2026-01-15T21:02:58.774" v="89454" actId="700"/>
          <ac:spMkLst>
            <pc:docMk/>
            <pc:sldMk cId="4245661859" sldId="321"/>
            <ac:spMk id="2" creationId="{B32C9A9A-8DF7-6EA7-E4C6-4F6938B3D039}"/>
          </ac:spMkLst>
        </pc:spChg>
        <pc:spChg chg="add mod ord">
          <ac:chgData name="Hartman, Lucas" userId="54df504d-6b26-4972-93dd-c21e09d4490b" providerId="ADAL" clId="{DA797BB2-F189-4808-BF03-EC6D040664BC}" dt="2026-01-15T21:11:55.999" v="91564" actId="20577"/>
          <ac:spMkLst>
            <pc:docMk/>
            <pc:sldMk cId="4245661859" sldId="321"/>
            <ac:spMk id="4" creationId="{9E8D309A-BEC9-783C-6609-D54229A575FB}"/>
          </ac:spMkLst>
        </pc:spChg>
        <pc:spChg chg="add mod ord">
          <ac:chgData name="Hartman, Lucas" userId="54df504d-6b26-4972-93dd-c21e09d4490b" providerId="ADAL" clId="{DA797BB2-F189-4808-BF03-EC6D040664BC}" dt="2026-01-15T21:11:45.883" v="91529" actId="139"/>
          <ac:spMkLst>
            <pc:docMk/>
            <pc:sldMk cId="4245661859" sldId="321"/>
            <ac:spMk id="5" creationId="{CAEC4FE1-0251-F74D-E296-C50735984922}"/>
          </ac:spMkLst>
        </pc:spChg>
      </pc:sldChg>
      <pc:sldChg chg="addSp modSp new del mod ord modClrScheme chgLayout">
        <pc:chgData name="Hartman, Lucas" userId="54df504d-6b26-4972-93dd-c21e09d4490b" providerId="ADAL" clId="{DA797BB2-F189-4808-BF03-EC6D040664BC}" dt="2026-01-29T14:13:20.955" v="106159" actId="47"/>
        <pc:sldMkLst>
          <pc:docMk/>
          <pc:sldMk cId="3796591539" sldId="322"/>
        </pc:sldMkLst>
      </pc:sldChg>
      <pc:sldChg chg="addSp delSp modSp new del mod modClrScheme chgLayout">
        <pc:chgData name="Hartman, Lucas" userId="54df504d-6b26-4972-93dd-c21e09d4490b" providerId="ADAL" clId="{DA797BB2-F189-4808-BF03-EC6D040664BC}" dt="2026-01-29T14:13:20.955" v="106159" actId="47"/>
        <pc:sldMkLst>
          <pc:docMk/>
          <pc:sldMk cId="39952368" sldId="323"/>
        </pc:sldMkLst>
      </pc:sldChg>
      <pc:sldChg chg="addSp modSp new del mod modClrScheme chgLayout">
        <pc:chgData name="Hartman, Lucas" userId="54df504d-6b26-4972-93dd-c21e09d4490b" providerId="ADAL" clId="{DA797BB2-F189-4808-BF03-EC6D040664BC}" dt="2026-01-29T14:13:37.377" v="106160" actId="47"/>
        <pc:sldMkLst>
          <pc:docMk/>
          <pc:sldMk cId="3340952540" sldId="324"/>
        </pc:sldMkLst>
      </pc:sldChg>
      <pc:sldChg chg="modSp new del mod">
        <pc:chgData name="Hartman, Lucas" userId="54df504d-6b26-4972-93dd-c21e09d4490b" providerId="ADAL" clId="{DA797BB2-F189-4808-BF03-EC6D040664BC}" dt="2026-01-29T14:13:37.377" v="106160" actId="47"/>
        <pc:sldMkLst>
          <pc:docMk/>
          <pc:sldMk cId="1689282381" sldId="325"/>
        </pc:sldMkLst>
      </pc:sldChg>
      <pc:sldChg chg="modSp new del mod">
        <pc:chgData name="Hartman, Lucas" userId="54df504d-6b26-4972-93dd-c21e09d4490b" providerId="ADAL" clId="{DA797BB2-F189-4808-BF03-EC6D040664BC}" dt="2026-01-29T14:13:37.377" v="106160" actId="47"/>
        <pc:sldMkLst>
          <pc:docMk/>
          <pc:sldMk cId="1117450551" sldId="326"/>
        </pc:sldMkLst>
      </pc:sldChg>
      <pc:sldChg chg="modSp new del mod">
        <pc:chgData name="Hartman, Lucas" userId="54df504d-6b26-4972-93dd-c21e09d4490b" providerId="ADAL" clId="{DA797BB2-F189-4808-BF03-EC6D040664BC}" dt="2026-01-29T14:13:37.377" v="106160" actId="47"/>
        <pc:sldMkLst>
          <pc:docMk/>
          <pc:sldMk cId="474761699" sldId="327"/>
        </pc:sldMkLst>
      </pc:sldChg>
      <pc:sldChg chg="modSp new del mod">
        <pc:chgData name="Hartman, Lucas" userId="54df504d-6b26-4972-93dd-c21e09d4490b" providerId="ADAL" clId="{DA797BB2-F189-4808-BF03-EC6D040664BC}" dt="2026-01-29T14:13:37.377" v="106160" actId="47"/>
        <pc:sldMkLst>
          <pc:docMk/>
          <pc:sldMk cId="2323308718" sldId="328"/>
        </pc:sldMkLst>
      </pc:sldChg>
      <pc:sldChg chg="modSp new del mod ord">
        <pc:chgData name="Hartman, Lucas" userId="54df504d-6b26-4972-93dd-c21e09d4490b" providerId="ADAL" clId="{DA797BB2-F189-4808-BF03-EC6D040664BC}" dt="2026-01-29T14:13:37.377" v="106160" actId="47"/>
        <pc:sldMkLst>
          <pc:docMk/>
          <pc:sldMk cId="30934707" sldId="329"/>
        </pc:sldMkLst>
      </pc:sldChg>
      <pc:sldChg chg="modSp new del mod ord">
        <pc:chgData name="Hartman, Lucas" userId="54df504d-6b26-4972-93dd-c21e09d4490b" providerId="ADAL" clId="{DA797BB2-F189-4808-BF03-EC6D040664BC}" dt="2026-01-29T14:13:37.377" v="106160" actId="47"/>
        <pc:sldMkLst>
          <pc:docMk/>
          <pc:sldMk cId="3113300526" sldId="330"/>
        </pc:sldMkLst>
      </pc:sldChg>
      <pc:sldChg chg="modSp new del mod">
        <pc:chgData name="Hartman, Lucas" userId="54df504d-6b26-4972-93dd-c21e09d4490b" providerId="ADAL" clId="{DA797BB2-F189-4808-BF03-EC6D040664BC}" dt="2026-01-29T14:13:37.377" v="106160" actId="47"/>
        <pc:sldMkLst>
          <pc:docMk/>
          <pc:sldMk cId="3966701836" sldId="331"/>
        </pc:sldMkLst>
      </pc:sldChg>
      <pc:sldChg chg="addSp delSp modSp new del mod modClrScheme chgLayout">
        <pc:chgData name="Hartman, Lucas" userId="54df504d-6b26-4972-93dd-c21e09d4490b" providerId="ADAL" clId="{DA797BB2-F189-4808-BF03-EC6D040664BC}" dt="2026-01-29T14:13:37.377" v="106160" actId="47"/>
        <pc:sldMkLst>
          <pc:docMk/>
          <pc:sldMk cId="225421981" sldId="332"/>
        </pc:sldMkLst>
      </pc:sldChg>
      <pc:sldChg chg="modSp new del mod">
        <pc:chgData name="Hartman, Lucas" userId="54df504d-6b26-4972-93dd-c21e09d4490b" providerId="ADAL" clId="{DA797BB2-F189-4808-BF03-EC6D040664BC}" dt="2026-01-29T14:13:37.377" v="106160" actId="47"/>
        <pc:sldMkLst>
          <pc:docMk/>
          <pc:sldMk cId="1212913358" sldId="333"/>
        </pc:sldMkLst>
      </pc:sldChg>
      <pc:sldChg chg="modSp new del mod">
        <pc:chgData name="Hartman, Lucas" userId="54df504d-6b26-4972-93dd-c21e09d4490b" providerId="ADAL" clId="{DA797BB2-F189-4808-BF03-EC6D040664BC}" dt="2026-01-29T14:13:37.377" v="106160" actId="47"/>
        <pc:sldMkLst>
          <pc:docMk/>
          <pc:sldMk cId="2239495673" sldId="334"/>
        </pc:sldMkLst>
      </pc:sldChg>
      <pc:sldChg chg="modSp new del mod">
        <pc:chgData name="Hartman, Lucas" userId="54df504d-6b26-4972-93dd-c21e09d4490b" providerId="ADAL" clId="{DA797BB2-F189-4808-BF03-EC6D040664BC}" dt="2026-01-29T14:13:37.377" v="106160" actId="47"/>
        <pc:sldMkLst>
          <pc:docMk/>
          <pc:sldMk cId="3042931249" sldId="335"/>
        </pc:sldMkLst>
      </pc:sldChg>
      <pc:sldChg chg="modSp new del mod ord">
        <pc:chgData name="Hartman, Lucas" userId="54df504d-6b26-4972-93dd-c21e09d4490b" providerId="ADAL" clId="{DA797BB2-F189-4808-BF03-EC6D040664BC}" dt="2026-01-29T14:13:37.377" v="106160" actId="47"/>
        <pc:sldMkLst>
          <pc:docMk/>
          <pc:sldMk cId="250929490" sldId="336"/>
        </pc:sldMkLst>
      </pc:sldChg>
      <pc:sldChg chg="addSp modSp new del mod ord modClrScheme chgLayout">
        <pc:chgData name="Hartman, Lucas" userId="54df504d-6b26-4972-93dd-c21e09d4490b" providerId="ADAL" clId="{DA797BB2-F189-4808-BF03-EC6D040664BC}" dt="2026-01-29T14:13:37.377" v="106160" actId="47"/>
        <pc:sldMkLst>
          <pc:docMk/>
          <pc:sldMk cId="337378386" sldId="337"/>
        </pc:sldMkLst>
      </pc:sldChg>
      <pc:sldChg chg="modSp new del mod ord">
        <pc:chgData name="Hartman, Lucas" userId="54df504d-6b26-4972-93dd-c21e09d4490b" providerId="ADAL" clId="{DA797BB2-F189-4808-BF03-EC6D040664BC}" dt="2026-01-29T14:13:37.377" v="106160" actId="47"/>
        <pc:sldMkLst>
          <pc:docMk/>
          <pc:sldMk cId="2279866960" sldId="338"/>
        </pc:sldMkLst>
      </pc:sldChg>
      <pc:sldChg chg="addSp delSp modSp new mod modClrScheme chgLayout">
        <pc:chgData name="Hartman, Lucas" userId="54df504d-6b26-4972-93dd-c21e09d4490b" providerId="ADAL" clId="{DA797BB2-F189-4808-BF03-EC6D040664BC}" dt="2026-01-30T15:03:23.904" v="112597" actId="2711"/>
        <pc:sldMkLst>
          <pc:docMk/>
          <pc:sldMk cId="331500471" sldId="339"/>
        </pc:sldMkLst>
        <pc:spChg chg="mod ord">
          <ac:chgData name="Hartman, Lucas" userId="54df504d-6b26-4972-93dd-c21e09d4490b" providerId="ADAL" clId="{DA797BB2-F189-4808-BF03-EC6D040664BC}" dt="2026-01-29T19:57:51.695" v="106219" actId="20577"/>
          <ac:spMkLst>
            <pc:docMk/>
            <pc:sldMk cId="331500471" sldId="339"/>
            <ac:spMk id="2" creationId="{20C3281B-EFBE-732E-FC78-440087433B06}"/>
          </ac:spMkLst>
        </pc:spChg>
        <pc:spChg chg="add mod ord">
          <ac:chgData name="Hartman, Lucas" userId="54df504d-6b26-4972-93dd-c21e09d4490b" providerId="ADAL" clId="{DA797BB2-F189-4808-BF03-EC6D040664BC}" dt="2026-01-30T15:03:23.904" v="112597" actId="2711"/>
          <ac:spMkLst>
            <pc:docMk/>
            <pc:sldMk cId="331500471" sldId="339"/>
            <ac:spMk id="4" creationId="{281B688C-3BA1-0878-B802-07C143C22CFA}"/>
          </ac:spMkLst>
        </pc:spChg>
        <pc:spChg chg="add mod ord">
          <ac:chgData name="Hartman, Lucas" userId="54df504d-6b26-4972-93dd-c21e09d4490b" providerId="ADAL" clId="{DA797BB2-F189-4808-BF03-EC6D040664BC}" dt="2026-01-29T20:15:33.257" v="108482" actId="20577"/>
          <ac:spMkLst>
            <pc:docMk/>
            <pc:sldMk cId="331500471" sldId="339"/>
            <ac:spMk id="5" creationId="{582744E9-3329-B9A8-6C91-C6D545DB6CC7}"/>
          </ac:spMkLst>
        </pc:spChg>
      </pc:sldChg>
      <pc:sldChg chg="modSp new mod">
        <pc:chgData name="Hartman, Lucas" userId="54df504d-6b26-4972-93dd-c21e09d4490b" providerId="ADAL" clId="{DA797BB2-F189-4808-BF03-EC6D040664BC}" dt="2026-01-29T20:15:26.955" v="108468" actId="20577"/>
        <pc:sldMkLst>
          <pc:docMk/>
          <pc:sldMk cId="636253316" sldId="340"/>
        </pc:sldMkLst>
        <pc:spChg chg="mod">
          <ac:chgData name="Hartman, Lucas" userId="54df504d-6b26-4972-93dd-c21e09d4490b" providerId="ADAL" clId="{DA797BB2-F189-4808-BF03-EC6D040664BC}" dt="2026-01-16T18:22:58.091" v="102709" actId="20577"/>
          <ac:spMkLst>
            <pc:docMk/>
            <pc:sldMk cId="636253316" sldId="340"/>
            <ac:spMk id="2" creationId="{3C27B7C6-48C6-BBD9-ABE6-243C747D67AA}"/>
          </ac:spMkLst>
        </pc:spChg>
        <pc:spChg chg="mod">
          <ac:chgData name="Hartman, Lucas" userId="54df504d-6b26-4972-93dd-c21e09d4490b" providerId="ADAL" clId="{DA797BB2-F189-4808-BF03-EC6D040664BC}" dt="2026-01-29T20:13:24.217" v="108428" actId="2711"/>
          <ac:spMkLst>
            <pc:docMk/>
            <pc:sldMk cId="636253316" sldId="340"/>
            <ac:spMk id="3" creationId="{B46F6F0E-5CDA-5BB7-1913-E11F82E4FB92}"/>
          </ac:spMkLst>
        </pc:spChg>
        <pc:spChg chg="mod">
          <ac:chgData name="Hartman, Lucas" userId="54df504d-6b26-4972-93dd-c21e09d4490b" providerId="ADAL" clId="{DA797BB2-F189-4808-BF03-EC6D040664BC}" dt="2026-01-29T20:15:26.955" v="108468" actId="20577"/>
          <ac:spMkLst>
            <pc:docMk/>
            <pc:sldMk cId="636253316" sldId="340"/>
            <ac:spMk id="4" creationId="{1779A02A-4FA6-92EE-DED0-533BFBC91361}"/>
          </ac:spMkLst>
        </pc:spChg>
      </pc:sldChg>
      <pc:sldChg chg="modSp new mod">
        <pc:chgData name="Hartman, Lucas" userId="54df504d-6b26-4972-93dd-c21e09d4490b" providerId="ADAL" clId="{DA797BB2-F189-4808-BF03-EC6D040664BC}" dt="2026-01-29T20:16:45.735" v="108619" actId="20577"/>
        <pc:sldMkLst>
          <pc:docMk/>
          <pc:sldMk cId="830651110" sldId="341"/>
        </pc:sldMkLst>
        <pc:spChg chg="mod">
          <ac:chgData name="Hartman, Lucas" userId="54df504d-6b26-4972-93dd-c21e09d4490b" providerId="ADAL" clId="{DA797BB2-F189-4808-BF03-EC6D040664BC}" dt="2026-01-29T20:16:10.304" v="108496" actId="20577"/>
          <ac:spMkLst>
            <pc:docMk/>
            <pc:sldMk cId="830651110" sldId="341"/>
            <ac:spMk id="2" creationId="{2CFE37BA-CB5C-0313-B753-2DEA72009BEC}"/>
          </ac:spMkLst>
        </pc:spChg>
        <pc:spChg chg="mod">
          <ac:chgData name="Hartman, Lucas" userId="54df504d-6b26-4972-93dd-c21e09d4490b" providerId="ADAL" clId="{DA797BB2-F189-4808-BF03-EC6D040664BC}" dt="2026-01-29T20:16:45.735" v="108619" actId="20577"/>
          <ac:spMkLst>
            <pc:docMk/>
            <pc:sldMk cId="830651110" sldId="341"/>
            <ac:spMk id="3" creationId="{6F575154-ACD5-9976-9587-E08605FEAAC7}"/>
          </ac:spMkLst>
        </pc:spChg>
        <pc:spChg chg="mod">
          <ac:chgData name="Hartman, Lucas" userId="54df504d-6b26-4972-93dd-c21e09d4490b" providerId="ADAL" clId="{DA797BB2-F189-4808-BF03-EC6D040664BC}" dt="2026-01-29T20:14:03.856" v="108438" actId="20577"/>
          <ac:spMkLst>
            <pc:docMk/>
            <pc:sldMk cId="830651110" sldId="341"/>
            <ac:spMk id="4" creationId="{95FE0C06-A992-B413-8509-8C06D45EAD7A}"/>
          </ac:spMkLst>
        </pc:spChg>
      </pc:sldChg>
      <pc:sldChg chg="modSp new mod">
        <pc:chgData name="Hartman, Lucas" userId="54df504d-6b26-4972-93dd-c21e09d4490b" providerId="ADAL" clId="{DA797BB2-F189-4808-BF03-EC6D040664BC}" dt="2026-01-29T20:17:53.545" v="108702" actId="2711"/>
        <pc:sldMkLst>
          <pc:docMk/>
          <pc:sldMk cId="3837838231" sldId="342"/>
        </pc:sldMkLst>
        <pc:spChg chg="mod">
          <ac:chgData name="Hartman, Lucas" userId="54df504d-6b26-4972-93dd-c21e09d4490b" providerId="ADAL" clId="{DA797BB2-F189-4808-BF03-EC6D040664BC}" dt="2026-01-16T18:43:40.130" v="104177" actId="20577"/>
          <ac:spMkLst>
            <pc:docMk/>
            <pc:sldMk cId="3837838231" sldId="342"/>
            <ac:spMk id="2" creationId="{8A0F7CE8-304E-85FD-C822-A53A828E3B2C}"/>
          </ac:spMkLst>
        </pc:spChg>
        <pc:spChg chg="mod">
          <ac:chgData name="Hartman, Lucas" userId="54df504d-6b26-4972-93dd-c21e09d4490b" providerId="ADAL" clId="{DA797BB2-F189-4808-BF03-EC6D040664BC}" dt="2026-01-29T20:17:53.545" v="108702" actId="2711"/>
          <ac:spMkLst>
            <pc:docMk/>
            <pc:sldMk cId="3837838231" sldId="342"/>
            <ac:spMk id="3" creationId="{76237289-A771-4F70-1B39-18D1AC9CE839}"/>
          </ac:spMkLst>
        </pc:spChg>
        <pc:spChg chg="mod">
          <ac:chgData name="Hartman, Lucas" userId="54df504d-6b26-4972-93dd-c21e09d4490b" providerId="ADAL" clId="{DA797BB2-F189-4808-BF03-EC6D040664BC}" dt="2026-01-29T20:17:07.984" v="108629" actId="20577"/>
          <ac:spMkLst>
            <pc:docMk/>
            <pc:sldMk cId="3837838231" sldId="342"/>
            <ac:spMk id="4" creationId="{AD4BF65A-561A-FBCF-5DC0-D2287207F17C}"/>
          </ac:spMkLst>
        </pc:spChg>
      </pc:sldChg>
      <pc:sldChg chg="modSp new mod">
        <pc:chgData name="Hartman, Lucas" userId="54df504d-6b26-4972-93dd-c21e09d4490b" providerId="ADAL" clId="{DA797BB2-F189-4808-BF03-EC6D040664BC}" dt="2026-01-30T17:15:40.198" v="112841" actId="20577"/>
        <pc:sldMkLst>
          <pc:docMk/>
          <pc:sldMk cId="3401515810" sldId="343"/>
        </pc:sldMkLst>
        <pc:spChg chg="mod">
          <ac:chgData name="Hartman, Lucas" userId="54df504d-6b26-4972-93dd-c21e09d4490b" providerId="ADAL" clId="{DA797BB2-F189-4808-BF03-EC6D040664BC}" dt="2026-01-29T20:17:33.338" v="108674" actId="20577"/>
          <ac:spMkLst>
            <pc:docMk/>
            <pc:sldMk cId="3401515810" sldId="343"/>
            <ac:spMk id="2" creationId="{33E5F2BF-6366-461A-270C-EDD13CA94B27}"/>
          </ac:spMkLst>
        </pc:spChg>
        <pc:spChg chg="mod">
          <ac:chgData name="Hartman, Lucas" userId="54df504d-6b26-4972-93dd-c21e09d4490b" providerId="ADAL" clId="{DA797BB2-F189-4808-BF03-EC6D040664BC}" dt="2026-01-29T20:23:10.813" v="109915" actId="207"/>
          <ac:spMkLst>
            <pc:docMk/>
            <pc:sldMk cId="3401515810" sldId="343"/>
            <ac:spMk id="3" creationId="{F12664F0-9872-C5F0-0A94-3D7F6CFA36CB}"/>
          </ac:spMkLst>
        </pc:spChg>
        <pc:spChg chg="mod">
          <ac:chgData name="Hartman, Lucas" userId="54df504d-6b26-4972-93dd-c21e09d4490b" providerId="ADAL" clId="{DA797BB2-F189-4808-BF03-EC6D040664BC}" dt="2026-01-30T17:15:40.198" v="112841" actId="20577"/>
          <ac:spMkLst>
            <pc:docMk/>
            <pc:sldMk cId="3401515810" sldId="343"/>
            <ac:spMk id="4" creationId="{B2AA9BD4-2640-9721-78B4-1B8F1D5C1098}"/>
          </ac:spMkLst>
        </pc:spChg>
      </pc:sldChg>
      <pc:sldChg chg="modSp new mod">
        <pc:chgData name="Hartman, Lucas" userId="54df504d-6b26-4972-93dd-c21e09d4490b" providerId="ADAL" clId="{DA797BB2-F189-4808-BF03-EC6D040664BC}" dt="2026-01-29T19:59:42.311" v="106507" actId="20577"/>
        <pc:sldMkLst>
          <pc:docMk/>
          <pc:sldMk cId="2439843040" sldId="344"/>
        </pc:sldMkLst>
        <pc:spChg chg="mod">
          <ac:chgData name="Hartman, Lucas" userId="54df504d-6b26-4972-93dd-c21e09d4490b" providerId="ADAL" clId="{DA797BB2-F189-4808-BF03-EC6D040664BC}" dt="2026-01-29T19:58:24.726" v="106251" actId="20577"/>
          <ac:spMkLst>
            <pc:docMk/>
            <pc:sldMk cId="2439843040" sldId="344"/>
            <ac:spMk id="2" creationId="{84A59A18-9D03-3C2B-01AD-612F0B28909B}"/>
          </ac:spMkLst>
        </pc:spChg>
        <pc:spChg chg="mod">
          <ac:chgData name="Hartman, Lucas" userId="54df504d-6b26-4972-93dd-c21e09d4490b" providerId="ADAL" clId="{DA797BB2-F189-4808-BF03-EC6D040664BC}" dt="2026-01-29T19:59:42.311" v="106507" actId="20577"/>
          <ac:spMkLst>
            <pc:docMk/>
            <pc:sldMk cId="2439843040" sldId="344"/>
            <ac:spMk id="3" creationId="{00695EDB-BD47-9746-8503-BF44CE365582}"/>
          </ac:spMkLst>
        </pc:spChg>
        <pc:spChg chg="mod">
          <ac:chgData name="Hartman, Lucas" userId="54df504d-6b26-4972-93dd-c21e09d4490b" providerId="ADAL" clId="{DA797BB2-F189-4808-BF03-EC6D040664BC}" dt="2026-01-29T19:59:16.330" v="106388" actId="255"/>
          <ac:spMkLst>
            <pc:docMk/>
            <pc:sldMk cId="2439843040" sldId="344"/>
            <ac:spMk id="4" creationId="{A273F342-BB3A-FC8C-2039-B0E4E7C14B60}"/>
          </ac:spMkLst>
        </pc:spChg>
      </pc:sldChg>
      <pc:sldChg chg="modSp new mod">
        <pc:chgData name="Hartman, Lucas" userId="54df504d-6b26-4972-93dd-c21e09d4490b" providerId="ADAL" clId="{DA797BB2-F189-4808-BF03-EC6D040664BC}" dt="2026-01-30T15:16:10.861" v="112676" actId="20577"/>
        <pc:sldMkLst>
          <pc:docMk/>
          <pc:sldMk cId="4169861952" sldId="345"/>
        </pc:sldMkLst>
        <pc:spChg chg="mod">
          <ac:chgData name="Hartman, Lucas" userId="54df504d-6b26-4972-93dd-c21e09d4490b" providerId="ADAL" clId="{DA797BB2-F189-4808-BF03-EC6D040664BC}" dt="2026-01-29T20:05:49.333" v="107496" actId="20577"/>
          <ac:spMkLst>
            <pc:docMk/>
            <pc:sldMk cId="4169861952" sldId="345"/>
            <ac:spMk id="2" creationId="{2A4DF2BE-89E8-9256-0CEC-19E83EA9C73C}"/>
          </ac:spMkLst>
        </pc:spChg>
        <pc:spChg chg="mod">
          <ac:chgData name="Hartman, Lucas" userId="54df504d-6b26-4972-93dd-c21e09d4490b" providerId="ADAL" clId="{DA797BB2-F189-4808-BF03-EC6D040664BC}" dt="2026-01-30T15:15:26.649" v="112630" actId="1076"/>
          <ac:spMkLst>
            <pc:docMk/>
            <pc:sldMk cId="4169861952" sldId="345"/>
            <ac:spMk id="3" creationId="{A34417CC-49B5-FEB6-3F93-99BD2D3E5AD0}"/>
          </ac:spMkLst>
        </pc:spChg>
        <pc:spChg chg="mod">
          <ac:chgData name="Hartman, Lucas" userId="54df504d-6b26-4972-93dd-c21e09d4490b" providerId="ADAL" clId="{DA797BB2-F189-4808-BF03-EC6D040664BC}" dt="2026-01-30T15:16:10.861" v="112676" actId="20577"/>
          <ac:spMkLst>
            <pc:docMk/>
            <pc:sldMk cId="4169861952" sldId="345"/>
            <ac:spMk id="4" creationId="{287D629E-8EC9-74B6-C37A-C966903C160B}"/>
          </ac:spMkLst>
        </pc:spChg>
      </pc:sldChg>
      <pc:sldChg chg="modSp add mod">
        <pc:chgData name="Hartman, Lucas" userId="54df504d-6b26-4972-93dd-c21e09d4490b" providerId="ADAL" clId="{DA797BB2-F189-4808-BF03-EC6D040664BC}" dt="2026-01-29T20:15:21.642" v="108458" actId="20577"/>
        <pc:sldMkLst>
          <pc:docMk/>
          <pc:sldMk cId="1757170940" sldId="346"/>
        </pc:sldMkLst>
        <pc:spChg chg="mod">
          <ac:chgData name="Hartman, Lucas" userId="54df504d-6b26-4972-93dd-c21e09d4490b" providerId="ADAL" clId="{DA797BB2-F189-4808-BF03-EC6D040664BC}" dt="2026-01-29T20:10:16.975" v="108424" actId="1076"/>
          <ac:spMkLst>
            <pc:docMk/>
            <pc:sldMk cId="1757170940" sldId="346"/>
            <ac:spMk id="2" creationId="{6339A087-6594-A04D-50B5-92686CAE3CAE}"/>
          </ac:spMkLst>
        </pc:spChg>
        <pc:spChg chg="mod">
          <ac:chgData name="Hartman, Lucas" userId="54df504d-6b26-4972-93dd-c21e09d4490b" providerId="ADAL" clId="{DA797BB2-F189-4808-BF03-EC6D040664BC}" dt="2026-01-29T20:10:26.295" v="108426" actId="1076"/>
          <ac:spMkLst>
            <pc:docMk/>
            <pc:sldMk cId="1757170940" sldId="346"/>
            <ac:spMk id="3" creationId="{ABE81891-1692-8F85-97B9-63B5488AC33E}"/>
          </ac:spMkLst>
        </pc:spChg>
        <pc:spChg chg="mod">
          <ac:chgData name="Hartman, Lucas" userId="54df504d-6b26-4972-93dd-c21e09d4490b" providerId="ADAL" clId="{DA797BB2-F189-4808-BF03-EC6D040664BC}" dt="2026-01-29T20:15:21.642" v="108458" actId="20577"/>
          <ac:spMkLst>
            <pc:docMk/>
            <pc:sldMk cId="1757170940" sldId="346"/>
            <ac:spMk id="4" creationId="{2A21A4B9-7801-E178-D846-1DCD6A199DC6}"/>
          </ac:spMkLst>
        </pc:spChg>
      </pc:sldChg>
      <pc:sldChg chg="modSp new mod">
        <pc:chgData name="Hartman, Lucas" userId="54df504d-6b26-4972-93dd-c21e09d4490b" providerId="ADAL" clId="{DA797BB2-F189-4808-BF03-EC6D040664BC}" dt="2026-01-29T20:26:49.241" v="110655" actId="14100"/>
        <pc:sldMkLst>
          <pc:docMk/>
          <pc:sldMk cId="212187532" sldId="347"/>
        </pc:sldMkLst>
        <pc:spChg chg="mod">
          <ac:chgData name="Hartman, Lucas" userId="54df504d-6b26-4972-93dd-c21e09d4490b" providerId="ADAL" clId="{DA797BB2-F189-4808-BF03-EC6D040664BC}" dt="2026-01-29T20:22:51.723" v="109848" actId="20577"/>
          <ac:spMkLst>
            <pc:docMk/>
            <pc:sldMk cId="212187532" sldId="347"/>
            <ac:spMk id="2" creationId="{757BD4DD-B563-0F47-4304-E22CF209E98B}"/>
          </ac:spMkLst>
        </pc:spChg>
        <pc:spChg chg="mod">
          <ac:chgData name="Hartman, Lucas" userId="54df504d-6b26-4972-93dd-c21e09d4490b" providerId="ADAL" clId="{DA797BB2-F189-4808-BF03-EC6D040664BC}" dt="2026-01-29T20:26:49.241" v="110655" actId="14100"/>
          <ac:spMkLst>
            <pc:docMk/>
            <pc:sldMk cId="212187532" sldId="347"/>
            <ac:spMk id="3" creationId="{48280EFE-C5A4-B7FF-30F2-14B418200E27}"/>
          </ac:spMkLst>
        </pc:spChg>
        <pc:spChg chg="mod">
          <ac:chgData name="Hartman, Lucas" userId="54df504d-6b26-4972-93dd-c21e09d4490b" providerId="ADAL" clId="{DA797BB2-F189-4808-BF03-EC6D040664BC}" dt="2026-01-29T20:25:54.922" v="110566" actId="1076"/>
          <ac:spMkLst>
            <pc:docMk/>
            <pc:sldMk cId="212187532" sldId="347"/>
            <ac:spMk id="4" creationId="{14B095F6-A47A-F301-6EA0-8038D42CD00B}"/>
          </ac:spMkLst>
        </pc:spChg>
      </pc:sldChg>
      <pc:sldChg chg="modSp new mod">
        <pc:chgData name="Hartman, Lucas" userId="54df504d-6b26-4972-93dd-c21e09d4490b" providerId="ADAL" clId="{DA797BB2-F189-4808-BF03-EC6D040664BC}" dt="2026-01-29T20:35:14.359" v="111882" actId="1076"/>
        <pc:sldMkLst>
          <pc:docMk/>
          <pc:sldMk cId="1813041164" sldId="348"/>
        </pc:sldMkLst>
        <pc:spChg chg="mod">
          <ac:chgData name="Hartman, Lucas" userId="54df504d-6b26-4972-93dd-c21e09d4490b" providerId="ADAL" clId="{DA797BB2-F189-4808-BF03-EC6D040664BC}" dt="2026-01-29T20:35:14.359" v="111882" actId="1076"/>
          <ac:spMkLst>
            <pc:docMk/>
            <pc:sldMk cId="1813041164" sldId="348"/>
            <ac:spMk id="2" creationId="{D4E9171B-CC65-C18D-4D1A-CEF23E262EDC}"/>
          </ac:spMkLst>
        </pc:spChg>
        <pc:spChg chg="mod">
          <ac:chgData name="Hartman, Lucas" userId="54df504d-6b26-4972-93dd-c21e09d4490b" providerId="ADAL" clId="{DA797BB2-F189-4808-BF03-EC6D040664BC}" dt="2026-01-29T20:34:52.514" v="111876" actId="1076"/>
          <ac:spMkLst>
            <pc:docMk/>
            <pc:sldMk cId="1813041164" sldId="348"/>
            <ac:spMk id="3" creationId="{FBCCBF18-92AF-8E2B-4357-8D6634CCAC25}"/>
          </ac:spMkLst>
        </pc:spChg>
        <pc:spChg chg="mod">
          <ac:chgData name="Hartman, Lucas" userId="54df504d-6b26-4972-93dd-c21e09d4490b" providerId="ADAL" clId="{DA797BB2-F189-4808-BF03-EC6D040664BC}" dt="2026-01-29T20:35:03.679" v="111880" actId="1076"/>
          <ac:spMkLst>
            <pc:docMk/>
            <pc:sldMk cId="1813041164" sldId="348"/>
            <ac:spMk id="4" creationId="{6CB4B57F-9BFF-C2A7-1F6A-4BB43CDE9DB6}"/>
          </ac:spMkLst>
        </pc:spChg>
      </pc:sldChg>
      <pc:sldChg chg="delSp modSp new mod">
        <pc:chgData name="Hartman, Lucas" userId="54df504d-6b26-4972-93dd-c21e09d4490b" providerId="ADAL" clId="{DA797BB2-F189-4808-BF03-EC6D040664BC}" dt="2026-01-29T20:40:26.008" v="112576" actId="20577"/>
        <pc:sldMkLst>
          <pc:docMk/>
          <pc:sldMk cId="4030423914" sldId="349"/>
        </pc:sldMkLst>
        <pc:spChg chg="mod">
          <ac:chgData name="Hartman, Lucas" userId="54df504d-6b26-4972-93dd-c21e09d4490b" providerId="ADAL" clId="{DA797BB2-F189-4808-BF03-EC6D040664BC}" dt="2026-01-29T20:35:28.505" v="111918" actId="20577"/>
          <ac:spMkLst>
            <pc:docMk/>
            <pc:sldMk cId="4030423914" sldId="349"/>
            <ac:spMk id="2" creationId="{EC957BE9-4FEC-8BB8-F382-C0492D48C2D7}"/>
          </ac:spMkLst>
        </pc:spChg>
        <pc:spChg chg="mod">
          <ac:chgData name="Hartman, Lucas" userId="54df504d-6b26-4972-93dd-c21e09d4490b" providerId="ADAL" clId="{DA797BB2-F189-4808-BF03-EC6D040664BC}" dt="2026-01-29T20:40:26.008" v="112576" actId="20577"/>
          <ac:spMkLst>
            <pc:docMk/>
            <pc:sldMk cId="4030423914" sldId="349"/>
            <ac:spMk id="3" creationId="{9A0D1BDD-E91A-B5CE-56F0-DD8923C27D59}"/>
          </ac:spMkLst>
        </pc:spChg>
        <pc:spChg chg="del mod">
          <ac:chgData name="Hartman, Lucas" userId="54df504d-6b26-4972-93dd-c21e09d4490b" providerId="ADAL" clId="{DA797BB2-F189-4808-BF03-EC6D040664BC}" dt="2026-01-29T20:37:40.515" v="112433" actId="478"/>
          <ac:spMkLst>
            <pc:docMk/>
            <pc:sldMk cId="4030423914" sldId="349"/>
            <ac:spMk id="4" creationId="{A20CE7E8-4C4A-B192-F030-1983D0FE25A5}"/>
          </ac:spMkLst>
        </pc:spChg>
      </pc:sldChg>
      <pc:sldChg chg="modSp add mod">
        <pc:chgData name="Hartman, Lucas" userId="54df504d-6b26-4972-93dd-c21e09d4490b" providerId="ADAL" clId="{DA797BB2-F189-4808-BF03-EC6D040664BC}" dt="2026-01-30T17:05:59.143" v="112834" actId="20577"/>
        <pc:sldMkLst>
          <pc:docMk/>
          <pc:sldMk cId="1520275922" sldId="350"/>
        </pc:sldMkLst>
        <pc:spChg chg="mod">
          <ac:chgData name="Hartman, Lucas" userId="54df504d-6b26-4972-93dd-c21e09d4490b" providerId="ADAL" clId="{DA797BB2-F189-4808-BF03-EC6D040664BC}" dt="2026-01-30T17:05:59.143" v="112834" actId="20577"/>
          <ac:spMkLst>
            <pc:docMk/>
            <pc:sldMk cId="1520275922" sldId="350"/>
            <ac:spMk id="3" creationId="{4BC7E698-440C-28F4-866C-9A7028FBF385}"/>
          </ac:spMkLst>
        </pc:spChg>
      </pc:sldChg>
      <pc:sldChg chg="new del">
        <pc:chgData name="Hartman, Lucas" userId="54df504d-6b26-4972-93dd-c21e09d4490b" providerId="ADAL" clId="{DA797BB2-F189-4808-BF03-EC6D040664BC}" dt="2026-01-30T18:32:44.604" v="112843" actId="680"/>
        <pc:sldMkLst>
          <pc:docMk/>
          <pc:sldMk cId="2519993633" sldId="351"/>
        </pc:sldMkLst>
      </pc:sldChg>
      <pc:sldChg chg="modSp new mod">
        <pc:chgData name="Hartman, Lucas" userId="54df504d-6b26-4972-93dd-c21e09d4490b" providerId="ADAL" clId="{DA797BB2-F189-4808-BF03-EC6D040664BC}" dt="2026-01-30T18:34:00.337" v="112938" actId="20577"/>
        <pc:sldMkLst>
          <pc:docMk/>
          <pc:sldMk cId="3601148628" sldId="351"/>
        </pc:sldMkLst>
        <pc:spChg chg="mod">
          <ac:chgData name="Hartman, Lucas" userId="54df504d-6b26-4972-93dd-c21e09d4490b" providerId="ADAL" clId="{DA797BB2-F189-4808-BF03-EC6D040664BC}" dt="2026-01-30T18:34:00.337" v="112938" actId="20577"/>
          <ac:spMkLst>
            <pc:docMk/>
            <pc:sldMk cId="3601148628" sldId="351"/>
            <ac:spMk id="2" creationId="{41BE5A06-1B7C-BF59-B6A6-0B7157E78295}"/>
          </ac:spMkLst>
        </pc:spChg>
        <pc:spChg chg="mod">
          <ac:chgData name="Hartman, Lucas" userId="54df504d-6b26-4972-93dd-c21e09d4490b" providerId="ADAL" clId="{DA797BB2-F189-4808-BF03-EC6D040664BC}" dt="2026-01-30T18:33:15.424" v="112913" actId="20577"/>
          <ac:spMkLst>
            <pc:docMk/>
            <pc:sldMk cId="3601148628" sldId="351"/>
            <ac:spMk id="3" creationId="{353F74DF-69F1-A613-E554-953BDC8DCCD4}"/>
          </ac:spMkLst>
        </pc:spChg>
      </pc:sldChg>
      <pc:sldChg chg="modSp new mod">
        <pc:chgData name="Hartman, Lucas" userId="54df504d-6b26-4972-93dd-c21e09d4490b" providerId="ADAL" clId="{DA797BB2-F189-4808-BF03-EC6D040664BC}" dt="2026-01-30T18:37:35.224" v="113724" actId="20577"/>
        <pc:sldMkLst>
          <pc:docMk/>
          <pc:sldMk cId="723884645" sldId="352"/>
        </pc:sldMkLst>
        <pc:spChg chg="mod">
          <ac:chgData name="Hartman, Lucas" userId="54df504d-6b26-4972-93dd-c21e09d4490b" providerId="ADAL" clId="{DA797BB2-F189-4808-BF03-EC6D040664BC}" dt="2026-01-30T18:34:09.209" v="112964" actId="20577"/>
          <ac:spMkLst>
            <pc:docMk/>
            <pc:sldMk cId="723884645" sldId="352"/>
            <ac:spMk id="2" creationId="{F73C3CBF-2B8B-3913-2734-107652FF8BCD}"/>
          </ac:spMkLst>
        </pc:spChg>
        <pc:spChg chg="mod">
          <ac:chgData name="Hartman, Lucas" userId="54df504d-6b26-4972-93dd-c21e09d4490b" providerId="ADAL" clId="{DA797BB2-F189-4808-BF03-EC6D040664BC}" dt="2026-01-30T18:37:35.224" v="113724" actId="20577"/>
          <ac:spMkLst>
            <pc:docMk/>
            <pc:sldMk cId="723884645" sldId="352"/>
            <ac:spMk id="3" creationId="{95EB1B90-C7FF-8F90-72E6-D2CCD9EB539E}"/>
          </ac:spMkLst>
        </pc:spChg>
      </pc:sldChg>
      <pc:sldChg chg="modSp new mod">
        <pc:chgData name="Hartman, Lucas" userId="54df504d-6b26-4972-93dd-c21e09d4490b" providerId="ADAL" clId="{DA797BB2-F189-4808-BF03-EC6D040664BC}" dt="2026-01-30T19:07:18.144" v="114340" actId="20577"/>
        <pc:sldMkLst>
          <pc:docMk/>
          <pc:sldMk cId="2936064543" sldId="353"/>
        </pc:sldMkLst>
        <pc:spChg chg="mod">
          <ac:chgData name="Hartman, Lucas" userId="54df504d-6b26-4972-93dd-c21e09d4490b" providerId="ADAL" clId="{DA797BB2-F189-4808-BF03-EC6D040664BC}" dt="2026-01-30T18:37:40.490" v="113733" actId="20577"/>
          <ac:spMkLst>
            <pc:docMk/>
            <pc:sldMk cId="2936064543" sldId="353"/>
            <ac:spMk id="2" creationId="{C95F3B84-4C7B-EDB9-9A80-26BEDB765A0A}"/>
          </ac:spMkLst>
        </pc:spChg>
        <pc:spChg chg="mod">
          <ac:chgData name="Hartman, Lucas" userId="54df504d-6b26-4972-93dd-c21e09d4490b" providerId="ADAL" clId="{DA797BB2-F189-4808-BF03-EC6D040664BC}" dt="2026-01-30T19:07:18.144" v="114340" actId="20577"/>
          <ac:spMkLst>
            <pc:docMk/>
            <pc:sldMk cId="2936064543" sldId="353"/>
            <ac:spMk id="3" creationId="{9FC63B81-A471-BED1-52AA-F152907886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1560-1929-4DD1-94DC-AC1181AC876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442A3-8FE8-41A5-941B-C64E68CC5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6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442A3-8FE8-41A5-941B-C64E68CC5D5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31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E86BEE7-CAF5-419F-B16A-DEA80DCA68C3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E2690CF-4A08-4FE7-BE90-E14D6CFC9B7C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5FFE8-97A3-4F5F-B323-571FCA8DA25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266700" y="1381734"/>
            <a:ext cx="11658600" cy="22336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D608D-1BF4-455A-946A-5F936FD81A7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66700" y="3777270"/>
            <a:ext cx="11658600" cy="1023939"/>
          </a:xfrm>
        </p:spPr>
        <p:txBody>
          <a:bodyPr/>
          <a:lstStyle>
            <a:lvl1pPr marL="0" indent="0" algn="ctr">
              <a:buNone/>
              <a:defRPr sz="2400">
                <a:latin typeface="Intro Light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A14235-CF7B-4B1F-8B88-31805FAFF4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4" y="262414"/>
            <a:ext cx="2810260" cy="76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429FFC-D3C2-4932-826C-C50E9D52BB4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E888AC-6FC4-41E4-B0C7-BC3FC6F2F3E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CC8DB-1863-4F46-8C14-80067631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365125"/>
            <a:ext cx="10172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685E-9D55-4AED-80F4-F1B1F64B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1825625"/>
            <a:ext cx="101727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EB0088-9B57-499E-8905-F9408D880C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376F0B0-52A9-415E-BDDD-6C6AC9110DF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30C7C9-8675-4FB5-9B44-91DC8149DD51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FDE69-FA51-465E-8031-A8B9CE7F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219200"/>
            <a:ext cx="11102975" cy="2362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6B05F-FD14-4BF4-8D8D-9CE477E8D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08388"/>
            <a:ext cx="1110297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Intro Light" panose="020000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B3D0E6-F047-498B-A642-C408BE5C51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9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BFF7F9-243E-4243-8C78-D3B003593337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406C3C-002F-458B-89F0-883784178012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5A4B6-0C7A-4D6B-867E-D0A9EB0F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528" y="365125"/>
            <a:ext cx="10177272" cy="9493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0496E-328F-46FD-AFCD-3EAB7EFC5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3417A-0498-4636-9802-A1E62C15E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552575"/>
            <a:ext cx="5181598" cy="41433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303174-B021-4DE8-B6BC-00313E78F7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2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4581DE-391D-4AF5-8AC0-79A5C7D9CDA9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9D1C13-B2C9-4139-AFC5-3E9E8077C825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7137C-739B-4FCC-A7FB-460B8A7D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940" y="365125"/>
            <a:ext cx="10177272" cy="9509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3D8A7-0808-42AF-84B4-C5BF01028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940" y="1681163"/>
            <a:ext cx="482263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FC779-9E08-4924-91C0-C9E06E97D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4940" y="2505075"/>
            <a:ext cx="4822635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67B143-C822-41B4-9130-CB8E044B9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8" y="1681163"/>
            <a:ext cx="51609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4A1E92-8D76-489D-BB0C-199AA38FF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8" y="2505075"/>
            <a:ext cx="516096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3B9C88-5804-4FDC-B7F5-BDBD0348E6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2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6F83720-A64F-4A58-A5BC-1B9715C131E0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8C010B-9BA1-41E1-BFD8-FDF4E5D30D68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8C78A-4AF7-47A5-88E0-BCE915BA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364" y="288512"/>
            <a:ext cx="10177272" cy="3216275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D0358-8763-4DDB-B361-5FDF53D39A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E68C791-EEDD-4B06-AF1A-8A3BECF65C82}"/>
              </a:ext>
            </a:extLst>
          </p:cNvPr>
          <p:cNvSpPr/>
          <p:nvPr userDrawn="1"/>
        </p:nvSpPr>
        <p:spPr>
          <a:xfrm>
            <a:off x="0" y="4777398"/>
            <a:ext cx="5960125" cy="2080602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b="-149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787EE4-BCA2-465C-9B98-91AA0F437DB3}"/>
              </a:ext>
            </a:extLst>
          </p:cNvPr>
          <p:cNvSpPr/>
          <p:nvPr userDrawn="1"/>
        </p:nvSpPr>
        <p:spPr>
          <a:xfrm rot="10800000">
            <a:off x="5960123" y="4726693"/>
            <a:ext cx="6231875" cy="2131307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32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33FBD-37BF-4BD1-87AF-4087E23201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199BC5-9D4E-43BF-A02C-A547194F8182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783CA-063C-4CAD-AFC5-05C976443BF8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3DC10-A2BD-4783-80A5-23F85CC2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7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E3B2-2EB5-461B-BEDE-B1DB4484A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8FA-2A2C-4A53-9A1E-98AAFCCC6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987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711EA9-1F10-43CB-AF2C-4754BAEB50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F6436B1-97C6-4B73-A082-7D78DB820115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8AC63-6274-4558-8904-89260A26554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0E9BF-DCE6-44E7-BDFA-FD7C8967C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16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BD252-4412-4655-AC19-19A147A14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024B7-B72A-43BE-9C0D-2D8E5C27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416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F8FEA5-8A8C-43A3-9233-939FB64E17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2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91B9AB-0584-476D-95F0-F190C5DB8D08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B13896-D1FA-4DA8-8DCA-19E54095DEDA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D7129-1025-4E90-87FB-C88427CD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4" y="365125"/>
            <a:ext cx="1017727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373D8-6EB4-40AA-97B0-3A4D8126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02D428-9159-4CB4-9240-9ACF55185BD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6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A756C3-6D05-490B-8E62-1B73F377D00A}"/>
              </a:ext>
            </a:extLst>
          </p:cNvPr>
          <p:cNvSpPr/>
          <p:nvPr userDrawn="1"/>
        </p:nvSpPr>
        <p:spPr>
          <a:xfrm>
            <a:off x="0" y="5532437"/>
            <a:ext cx="5960125" cy="1325563"/>
          </a:xfrm>
          <a:prstGeom prst="rect">
            <a:avLst/>
          </a:prstGeom>
          <a:blipFill dpi="0" rotWithShape="1">
            <a:blip r:embed="rId2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804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9F47A-7580-4E34-8D48-F9E0A7D31B50}"/>
              </a:ext>
            </a:extLst>
          </p:cNvPr>
          <p:cNvSpPr/>
          <p:nvPr userDrawn="1"/>
        </p:nvSpPr>
        <p:spPr>
          <a:xfrm rot="10800000">
            <a:off x="5960121" y="5532436"/>
            <a:ext cx="6231875" cy="1325563"/>
          </a:xfrm>
          <a:prstGeom prst="rect">
            <a:avLst/>
          </a:prstGeom>
          <a:blipFill dpi="0" rotWithShape="1">
            <a:blip r:embed="rId3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864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7C942-A484-454D-A5E8-9ECBA50B0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F6C6E-4F31-4C15-8984-CBB6FE027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85850" y="365125"/>
            <a:ext cx="748665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F6DD1F-DF46-43B1-9575-0AEF8D9B19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" y="390216"/>
            <a:ext cx="513713" cy="51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7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411E7-88B2-420C-9612-DA4AB09C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7FCD0-F869-4BB1-B84C-B94353373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950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007CBD"/>
          </a:solidFill>
          <a:latin typeface="Intro Bold" panose="020000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2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bg2">
              <a:lumMod val="25000"/>
            </a:schemeClr>
          </a:solidFill>
          <a:latin typeface="Adobe Garamond Pro" panose="020205020605060204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B60D-668E-44FF-BA61-B56EE8830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Databases in Python</a:t>
            </a:r>
            <a:br>
              <a:rPr lang="en-US" dirty="0"/>
            </a:br>
            <a:r>
              <a:rPr lang="en-US" sz="4000" dirty="0"/>
              <a:t>Modify and Delete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82FC2-B1F9-4263-A786-D0159CDB7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Adv. Python Programming – Module 9</a:t>
            </a:r>
          </a:p>
        </p:txBody>
      </p:sp>
    </p:spTree>
    <p:extLst>
      <p:ext uri="{BB962C8B-B14F-4D97-AF65-F5344CB8AC3E}">
        <p14:creationId xmlns:p14="http://schemas.microsoft.com/office/powerpoint/2010/main" val="252053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315BD-2F46-35F2-CBB2-7EB88D88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 in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26F26-7F8A-19C5-AE7C-F323D6FB4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1501</a:t>
            </a:r>
          </a:p>
        </p:txBody>
      </p:sp>
    </p:spTree>
    <p:extLst>
      <p:ext uri="{BB962C8B-B14F-4D97-AF65-F5344CB8AC3E}">
        <p14:creationId xmlns:p14="http://schemas.microsoft.com/office/powerpoint/2010/main" val="3727835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ECE52-78AB-FFC7-A34F-2E114D1CC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a row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0C410-1CBF-0D50-D117-128CA9BC79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 update a row, the entire table or a selection of rows you use the </a:t>
            </a:r>
            <a:r>
              <a:rPr lang="en-US" dirty="0">
                <a:latin typeface="Consolas" panose="020B0609020204030204" pitchFamily="49" charset="0"/>
              </a:rPr>
              <a:t>UPDATE</a:t>
            </a:r>
            <a:r>
              <a:rPr lang="en-US" dirty="0"/>
              <a:t> command</a:t>
            </a:r>
          </a:p>
          <a:p>
            <a:r>
              <a:rPr lang="en-US" dirty="0"/>
              <a:t>You must define the table</a:t>
            </a:r>
          </a:p>
          <a:p>
            <a:r>
              <a:rPr lang="en-US" dirty="0"/>
              <a:t>Use the </a:t>
            </a:r>
            <a:r>
              <a:rPr lang="en-US" dirty="0">
                <a:latin typeface="Consolas" panose="020B0609020204030204" pitchFamily="49" charset="0"/>
              </a:rPr>
              <a:t>SET</a:t>
            </a:r>
            <a:r>
              <a:rPr lang="en-US" dirty="0"/>
              <a:t> command to define what columns and what should be updated with an ‘=‘</a:t>
            </a:r>
          </a:p>
          <a:p>
            <a:r>
              <a:rPr lang="en-US" dirty="0"/>
              <a:t>Include the </a:t>
            </a:r>
            <a:r>
              <a:rPr lang="en-US" dirty="0">
                <a:latin typeface="Consolas" panose="020B0609020204030204" pitchFamily="49" charset="0"/>
              </a:rPr>
              <a:t>WHERE</a:t>
            </a:r>
            <a:r>
              <a:rPr lang="en-US" dirty="0"/>
              <a:t> clause to limit what rows to update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B69436-854B-03FF-AB13-A4CE97098D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 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SET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stock_qty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20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WHERE 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id = 1;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C2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</a:t>
            </a:r>
            <a:b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C2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SET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price = price * 1.05;</a:t>
            </a:r>
            <a:endParaRPr lang="en-US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42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281B-EFBE-732E-FC78-440087433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Updates of One Item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B688C-3BA1-0878-B802-07C143C22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090" y="1496969"/>
            <a:ext cx="4843272" cy="494030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1800" dirty="0"/>
              <a:t>Depending on the system you are building you may need to update an entire row or just a couple of columns</a:t>
            </a:r>
          </a:p>
          <a:p>
            <a:r>
              <a:rPr lang="en-US" sz="1800" dirty="0"/>
              <a:t>For example, in our application here one of things we need to constantly update would be the on-hand stock of a product</a:t>
            </a:r>
          </a:p>
          <a:p>
            <a:r>
              <a:rPr lang="en-US" sz="1800" dirty="0"/>
              <a:t>This functions returns </a:t>
            </a:r>
            <a:r>
              <a:rPr lang="en-US" sz="1800" dirty="0">
                <a:latin typeface="Consolas" panose="020B0609020204030204" pitchFamily="49" charset="0"/>
              </a:rPr>
              <a:t>True</a:t>
            </a:r>
            <a:r>
              <a:rPr lang="en-US" sz="1800" dirty="0"/>
              <a:t> if successful, </a:t>
            </a:r>
            <a:r>
              <a:rPr lang="en-US" sz="1800" dirty="0">
                <a:latin typeface="Consolas" panose="020B0609020204030204" pitchFamily="49" charset="0"/>
              </a:rPr>
              <a:t>False</a:t>
            </a:r>
            <a:r>
              <a:rPr lang="en-US" sz="1800" dirty="0"/>
              <a:t> if not</a:t>
            </a:r>
          </a:p>
          <a:p>
            <a:r>
              <a:rPr lang="en-US" sz="1800" dirty="0"/>
              <a:t>Notice we are accessing </a:t>
            </a:r>
            <a:r>
              <a:rPr lang="en-US" sz="1800" dirty="0" err="1">
                <a:latin typeface="Consolas" panose="020B0609020204030204" pitchFamily="49" charset="0"/>
              </a:rPr>
              <a:t>rowcount</a:t>
            </a:r>
            <a:r>
              <a:rPr lang="en-US" sz="1800" dirty="0"/>
              <a:t> which is another property on the cursor of the last </a:t>
            </a:r>
            <a:r>
              <a:rPr lang="en-US" sz="1800" dirty="0">
                <a:latin typeface="Consolas" panose="020B0609020204030204" pitchFamily="49" charset="0"/>
              </a:rPr>
              <a:t>execute()</a:t>
            </a:r>
            <a:r>
              <a:rPr lang="en-US" sz="1800" dirty="0"/>
              <a:t> command how many rows did we update.</a:t>
            </a:r>
          </a:p>
          <a:p>
            <a:pPr lvl="1"/>
            <a:r>
              <a:rPr lang="en-US" sz="1600" dirty="0"/>
              <a:t>Potentially if you want you could just return True, but this way it makes sure we updated a row via the id</a:t>
            </a:r>
          </a:p>
          <a:p>
            <a:pPr lvl="1"/>
            <a:r>
              <a:rPr lang="en-US" sz="1600" dirty="0"/>
              <a:t>If the id of an item doesn’t exist then we don’t update and </a:t>
            </a:r>
            <a:r>
              <a:rPr lang="en-US" sz="1600" dirty="0" err="1">
                <a:latin typeface="Consolas" panose="020B0609020204030204" pitchFamily="49" charset="0"/>
              </a:rPr>
              <a:t>rowcount</a:t>
            </a:r>
            <a:r>
              <a:rPr lang="en-US" sz="1600" dirty="0"/>
              <a:t> would be 0 making it return </a:t>
            </a:r>
            <a:r>
              <a:rPr lang="en-US" sz="1600" dirty="0"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2744E9-3329-B9A8-6C91-C6D545DB6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3362" y="1833647"/>
            <a:ext cx="7210167" cy="4143375"/>
          </a:xfrm>
        </p:spPr>
        <p:txBody>
          <a:bodyPr>
            <a:normAutofit fontScale="55000" lnSpcReduction="20000"/>
          </a:bodyPr>
          <a:lstStyle/>
          <a:p>
            <a:pPr marL="0" marR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update_product_stock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(product_id: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new_stock_qty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conn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get_connection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cursor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conn.cursor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cursor.execute(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24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"UPDATE product SET </a:t>
            </a:r>
            <a:r>
              <a:rPr lang="en-US" sz="24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stock_qty</a:t>
            </a:r>
            <a:r>
              <a:rPr lang="en-US" sz="24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? WHERE id = ?"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new_stock_qty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product_id))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conn.commit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cursor.rowcount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1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</a:t>
            </a:r>
            <a:r>
              <a:rPr lang="en-US" b="1" dirty="0">
                <a:solidFill>
                  <a:srgbClr val="AB0F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Exception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conn.rollback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finally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conn.close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0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9A18-9D03-3C2B-01AD-612F0B28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to Update the Stock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5EDB-BD47-9746-8503-BF44CE365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1236" y="1620537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Maybe we want to not just update the stock the stock but ADD to the stock with what inventory we received.</a:t>
            </a:r>
          </a:p>
          <a:p>
            <a:r>
              <a:rPr lang="en-US" dirty="0"/>
              <a:t>Here we can tell SQL to take the value and perform math operations </a:t>
            </a:r>
          </a:p>
          <a:p>
            <a:pPr lvl="1"/>
            <a:r>
              <a:rPr lang="en-US" dirty="0"/>
              <a:t>Just like we do in typical Python programming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3F342-BB3A-FC8C-2039-B0E4E7C14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4741" y="1552575"/>
            <a:ext cx="7241059" cy="4143375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add_product_stock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add_qty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conn =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get_connection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cursor =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conn.cursor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cursor.execute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</a:t>
            </a:r>
            <a:r>
              <a:rPr lang="en-US" sz="12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"UPDATE product SET </a:t>
            </a:r>
            <a:r>
              <a:rPr lang="en-US" sz="12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stock_qty</a:t>
            </a:r>
            <a:r>
              <a:rPr lang="en-US" sz="12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2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stock_qty</a:t>
            </a:r>
            <a:r>
              <a:rPr lang="en-US" sz="12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+ ? WHERE id = ?"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add_qty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conn.commit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cursor.rowcount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1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conn.rollback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finally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conn.close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39843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B7C6-48C6-BBD9-ABE6-243C747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 multiple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F6F0E-5CDA-5BB7-1913-E11F82E4F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1873" y="1552575"/>
            <a:ext cx="4843272" cy="4496057"/>
          </a:xfrm>
        </p:spPr>
        <p:txBody>
          <a:bodyPr>
            <a:noAutofit/>
          </a:bodyPr>
          <a:lstStyle/>
          <a:p>
            <a:r>
              <a:rPr lang="en-US" sz="1800" dirty="0"/>
              <a:t>What happens when we want to update multiple rows</a:t>
            </a:r>
          </a:p>
          <a:p>
            <a:r>
              <a:rPr lang="en-US" sz="1800" dirty="0"/>
              <a:t>For that we just adjust our </a:t>
            </a:r>
            <a:r>
              <a:rPr lang="en-US" sz="1800" dirty="0">
                <a:latin typeface="Consolas" panose="020B0609020204030204" pitchFamily="49" charset="0"/>
              </a:rPr>
              <a:t>WHERE</a:t>
            </a:r>
            <a:r>
              <a:rPr lang="en-US" sz="1800" dirty="0"/>
              <a:t> clause or omit it at all</a:t>
            </a:r>
          </a:p>
          <a:p>
            <a:r>
              <a:rPr lang="en-US" sz="1800" dirty="0"/>
              <a:t>Here we update all prices of products based on the percentage increase</a:t>
            </a:r>
          </a:p>
          <a:p>
            <a:r>
              <a:rPr lang="en-US" sz="1800" dirty="0"/>
              <a:t>We also do some validation like making sure the percentage is &gt; 0</a:t>
            </a:r>
          </a:p>
          <a:p>
            <a:pPr lvl="1"/>
            <a:r>
              <a:rPr lang="en-US" sz="1600" dirty="0"/>
              <a:t>Don’t want malicious modification/negative values</a:t>
            </a:r>
          </a:p>
          <a:p>
            <a:r>
              <a:rPr lang="en-US" sz="1800" dirty="0"/>
              <a:t>Also since SQLite doesn’t control decimal places like other databases we use </a:t>
            </a:r>
            <a:r>
              <a:rPr lang="en-US" sz="1800" dirty="0">
                <a:latin typeface="Consolas" panose="020B0609020204030204" pitchFamily="49" charset="0"/>
              </a:rPr>
              <a:t>ROUND()</a:t>
            </a:r>
            <a:r>
              <a:rPr lang="en-US" sz="1800" dirty="0"/>
              <a:t> going to two decimal places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9A02A-4FA6-92EE-DED0-533BFBC91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6082" y="1728915"/>
            <a:ext cx="6672647" cy="4143375"/>
          </a:xfrm>
        </p:spPr>
        <p:txBody>
          <a:bodyPr>
            <a:normAutofit fontScale="47500" lnSpcReduction="20000"/>
          </a:bodyPr>
          <a:lstStyle/>
          <a:p>
            <a:pPr marL="0" marR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raise_product_price_percentage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(percentage :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24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conn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get_connection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cursor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conn.cursor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percentage &lt;= 0: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B5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# not update/error on percentage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cursor.execute(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</a:t>
            </a:r>
            <a:r>
              <a:rPr lang="en-US" sz="24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"UPDATE product SET price = ROUND(price * ?, 2)"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(1 + percentage,))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conn.commit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cursor.rowcount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&gt;= 1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 Exception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conn.rollback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finally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conn.close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253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F2BE-89E8-9256-0CEC-19E83EA9C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to UPDATE each column?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417CC-49B5-FEB6-3F93-99BD2D3E5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2701" y="1552574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What if our system allowed for us to update all the columns (or at least most) of a row?</a:t>
            </a:r>
          </a:p>
          <a:p>
            <a:r>
              <a:rPr lang="en-US" dirty="0"/>
              <a:t>We could create a function for each</a:t>
            </a:r>
          </a:p>
          <a:p>
            <a:r>
              <a:rPr lang="en-US" dirty="0"/>
              <a:t>But we have a lot of repeated code</a:t>
            </a:r>
          </a:p>
          <a:p>
            <a:pPr lvl="1"/>
            <a:r>
              <a:rPr lang="en-US" dirty="0"/>
              <a:t>We could send it the column name to update along with the table name?</a:t>
            </a:r>
          </a:p>
          <a:p>
            <a:r>
              <a:rPr lang="en-US" dirty="0"/>
              <a:t>But there could be a better option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D629E-8EC9-74B6-C37A-C966903C1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1878" y="1579089"/>
            <a:ext cx="7191630" cy="4143375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update_product_name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: int, name 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update_product_brand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: int, 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brand 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update_product_price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: int, 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price 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float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update_review_rating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_id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: int, 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rating 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update_review_title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_id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: int, 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title 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buNone/>
            </a:pPr>
            <a:endParaRPr lang="en-US" sz="1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2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update_review_description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</a:t>
            </a:r>
            <a:r>
              <a:rPr lang="en-US" sz="1200" b="1" dirty="0" err="1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_id</a:t>
            </a:r>
            <a:r>
              <a:rPr lang="en-US" sz="1200" b="1" dirty="0">
                <a:solidFill>
                  <a:srgbClr val="000000"/>
                </a:solidFill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: int, 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description :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str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2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2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endParaRPr lang="en-US" sz="1200" b="1" dirty="0">
              <a:latin typeface="Courier New" panose="02070309020205020404" pitchFamily="49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6986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1BC27-3EA2-F442-C5AD-C6EA8B88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A087-6594-A04D-50B5-92686CAE3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029" y="338395"/>
            <a:ext cx="4346942" cy="949325"/>
          </a:xfrm>
        </p:spPr>
        <p:txBody>
          <a:bodyPr>
            <a:normAutofit fontScale="90000"/>
          </a:bodyPr>
          <a:lstStyle/>
          <a:p>
            <a:r>
              <a:rPr lang="en-US" dirty="0"/>
              <a:t>UPDATE Entire 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1891-1692-8F85-97B9-63B5488AC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3021" y="1652845"/>
            <a:ext cx="4843272" cy="4866760"/>
          </a:xfrm>
        </p:spPr>
        <p:txBody>
          <a:bodyPr>
            <a:noAutofit/>
          </a:bodyPr>
          <a:lstStyle/>
          <a:p>
            <a:r>
              <a:rPr lang="en-US" sz="1600" dirty="0"/>
              <a:t>The better approach could be to not worry about what table and column to update and just update the entire item</a:t>
            </a:r>
          </a:p>
          <a:p>
            <a:r>
              <a:rPr lang="en-US" sz="1600" dirty="0"/>
              <a:t>For this we have a function that takes our object in the parameter and updates all the columns (that can be updated)</a:t>
            </a:r>
          </a:p>
          <a:p>
            <a:pPr lvl="1"/>
            <a:r>
              <a:rPr lang="en-US" sz="1400" dirty="0"/>
              <a:t>We don’t want to change the id for example</a:t>
            </a:r>
          </a:p>
          <a:p>
            <a:pPr lvl="1"/>
            <a:r>
              <a:rPr lang="en-US" sz="1400" dirty="0"/>
              <a:t>Or a </a:t>
            </a:r>
            <a:r>
              <a:rPr lang="en-US" sz="1400" dirty="0" err="1"/>
              <a:t>product_id</a:t>
            </a:r>
            <a:r>
              <a:rPr lang="en-US" sz="1400" dirty="0"/>
              <a:t> in the review of a product</a:t>
            </a:r>
          </a:p>
          <a:p>
            <a:r>
              <a:rPr lang="en-US" sz="1600" dirty="0"/>
              <a:t>The process should go as follows</a:t>
            </a:r>
          </a:p>
          <a:p>
            <a:pPr lvl="1"/>
            <a:r>
              <a:rPr lang="en-US" sz="1400" dirty="0"/>
              <a:t>On the UI side you query the database and get that object created and sent back</a:t>
            </a:r>
          </a:p>
          <a:p>
            <a:pPr lvl="1"/>
            <a:r>
              <a:rPr lang="en-US" sz="1400" dirty="0"/>
              <a:t>Go through operations of updating the local instance that was created</a:t>
            </a:r>
          </a:p>
          <a:p>
            <a:pPr lvl="1"/>
            <a:r>
              <a:rPr lang="en-US" sz="1400" dirty="0"/>
              <a:t>Then call upon this one function, send the modified object to be saved to the table</a:t>
            </a:r>
            <a:endParaRPr lang="en-US" sz="1200" dirty="0"/>
          </a:p>
          <a:p>
            <a:r>
              <a:rPr lang="en-US" sz="1600" dirty="0"/>
              <a:t>What if we only change one column? We are still going to overwrite all the data – columns that don’t change will still keep their same data since the object holds that data from the query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A4B9-7801-E178-D846-1DCD6A19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8437" y="191830"/>
            <a:ext cx="6773563" cy="647434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update_product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(product : Product) -&gt;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conn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get_connection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cursor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conn.cursor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cursor.execute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</a:t>
            </a:r>
            <a:r>
              <a:rPr lang="en-US" sz="11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"""UPDATE product SET name = ?, brand = ?, price = ?, </a:t>
            </a:r>
            <a:r>
              <a:rPr lang="en-US" sz="11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stock_qty</a:t>
            </a:r>
            <a:r>
              <a:rPr lang="en-US" sz="11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?</a:t>
            </a:r>
            <a:br>
              <a:rPr lang="en-US" sz="11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WHERE id = ? """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(product.name,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product.brand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product.price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product.stock_qty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product.id))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conn.commit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cursor.rowcount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1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 Exception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conn.rollback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finally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conn.close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update_review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(review : Review) -&gt;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conn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get_connection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cursor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conn.cursor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cursor.execute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</a:t>
            </a:r>
            <a:r>
              <a:rPr lang="en-US" sz="11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"UPDATE review SET rating = ?, title = ?, comment = ? WHERE id = ?"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(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review.rating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review.title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review.comment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review.id))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conn.commit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cursor.rowcount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1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 Exception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conn.rollback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finally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conn.close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57170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77A0C-FEA3-5EFA-99C8-24630E793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Coding Example – Modify and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82E76-E8F4-4856-F40D-FADDA84E7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Modify</a:t>
            </a:r>
          </a:p>
          <a:p>
            <a:pPr lvl="1"/>
            <a:r>
              <a:rPr lang="en-US" dirty="0"/>
              <a:t>Updating owner information – just do 1 function here</a:t>
            </a:r>
          </a:p>
          <a:p>
            <a:pPr lvl="1"/>
            <a:r>
              <a:rPr lang="en-US" dirty="0"/>
              <a:t>Updating Accounts</a:t>
            </a:r>
          </a:p>
          <a:p>
            <a:pPr lvl="2"/>
            <a:r>
              <a:rPr lang="en-US" dirty="0"/>
              <a:t>Balance for debit/credit separately?</a:t>
            </a:r>
          </a:p>
          <a:p>
            <a:pPr lvl="2"/>
            <a:r>
              <a:rPr lang="en-US" dirty="0"/>
              <a:t>Everything else in a regular “update everything” function.</a:t>
            </a:r>
          </a:p>
          <a:p>
            <a:pPr lvl="1"/>
            <a:r>
              <a:rPr lang="en-US" dirty="0"/>
              <a:t>Updating Account’s owner list – would be an INSERT into our </a:t>
            </a:r>
            <a:r>
              <a:rPr lang="en-US" dirty="0" err="1"/>
              <a:t>accounts_owner</a:t>
            </a:r>
            <a:r>
              <a:rPr lang="en-US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2099995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44A2-15C4-F7CB-F8B9-A355579DF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246188"/>
            <a:ext cx="11102975" cy="2362200"/>
          </a:xfrm>
        </p:spPr>
        <p:txBody>
          <a:bodyPr/>
          <a:lstStyle/>
          <a:p>
            <a:r>
              <a:rPr lang="en-US" dirty="0"/>
              <a:t>Delete in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BD4E4-232D-C8CC-30A1-F4CA865EC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439203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9A9A-8DF7-6EA7-E4C6-4F6938B3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D309A-BEC9-783C-6609-D54229A57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6528" y="1552575"/>
            <a:ext cx="4843272" cy="4594911"/>
          </a:xfrm>
          <a:solidFill>
            <a:schemeClr val="bg1"/>
          </a:solidFill>
        </p:spPr>
        <p:txBody>
          <a:bodyPr>
            <a:normAutofit fontScale="70000" lnSpcReduction="2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DELETE</a:t>
            </a:r>
            <a:r>
              <a:rPr lang="en-US" dirty="0"/>
              <a:t> command can be use to remove rows from a table</a:t>
            </a:r>
          </a:p>
          <a:p>
            <a:r>
              <a:rPr lang="en-US" dirty="0"/>
              <a:t>Always be careful with delete to include a </a:t>
            </a:r>
            <a:r>
              <a:rPr lang="en-US" dirty="0">
                <a:latin typeface="Consolas" panose="020B0609020204030204" pitchFamily="49" charset="0"/>
              </a:rPr>
              <a:t>WHERE</a:t>
            </a:r>
            <a:r>
              <a:rPr lang="en-US" dirty="0"/>
              <a:t> clause otherwise you delete all the data in a table</a:t>
            </a:r>
          </a:p>
          <a:p>
            <a:r>
              <a:rPr lang="en-US" dirty="0"/>
              <a:t>Often times in the business environment you will have users for a database and set privileges</a:t>
            </a:r>
          </a:p>
          <a:p>
            <a:pPr lvl="1"/>
            <a:r>
              <a:rPr lang="en-US" dirty="0"/>
              <a:t>This way you can’t delete data</a:t>
            </a:r>
          </a:p>
          <a:p>
            <a:r>
              <a:rPr lang="en-US" dirty="0"/>
              <a:t>You can also use the </a:t>
            </a:r>
            <a:r>
              <a:rPr lang="en-US" dirty="0">
                <a:latin typeface="Consolas" panose="020B0609020204030204" pitchFamily="49" charset="0"/>
              </a:rPr>
              <a:t>DROP</a:t>
            </a:r>
            <a:r>
              <a:rPr lang="en-US" dirty="0"/>
              <a:t> command on a table to delete the table entirely</a:t>
            </a:r>
          </a:p>
          <a:p>
            <a:r>
              <a:rPr lang="en-US" dirty="0"/>
              <a:t>You may not ever want to delete but instead have properties like “active” or “inactive” for accounts</a:t>
            </a:r>
          </a:p>
          <a:p>
            <a:r>
              <a:rPr lang="en-US" dirty="0"/>
              <a:t>When deleting if there are any relationships with foreign keys errors can occur</a:t>
            </a:r>
          </a:p>
          <a:p>
            <a:pPr lvl="1"/>
            <a:r>
              <a:rPr lang="en-US" dirty="0"/>
              <a:t>In our example, we have review tied to products, if we try to delete a product with reviews then we will get a foreign key constraint error</a:t>
            </a:r>
          </a:p>
          <a:p>
            <a:pPr lvl="1"/>
            <a:r>
              <a:rPr lang="en-US" dirty="0"/>
              <a:t>There are some settings we can adjust to </a:t>
            </a:r>
            <a:r>
              <a:rPr lang="en-US" dirty="0">
                <a:latin typeface="Consolas" panose="020B0609020204030204" pitchFamily="49" charset="0"/>
              </a:rPr>
              <a:t>CASCADE</a:t>
            </a:r>
            <a:r>
              <a:rPr lang="en-US" dirty="0"/>
              <a:t> delete – we won’t worry about this now</a:t>
            </a:r>
          </a:p>
          <a:p>
            <a:pPr lvl="1"/>
            <a:r>
              <a:rPr lang="en-US" dirty="0"/>
              <a:t>Or just make sure to delete all reviews first before deleting a product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C4FE1-0251-F74D-E296-C507359849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DELETE FROM 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WHERE 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id = 10;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DROP TABLE 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review;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661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37BA-CB5C-0313-B753-2DEA7200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Deletes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75154-ACD5-9976-9587-E08605FEA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0663" y="1591447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When deleting we need to make sure that we get some kind of column value to delete by</a:t>
            </a:r>
          </a:p>
          <a:p>
            <a:r>
              <a:rPr lang="en-US" dirty="0"/>
              <a:t>Most of the time we get an id of the item in the table</a:t>
            </a:r>
          </a:p>
          <a:p>
            <a:r>
              <a:rPr lang="en-US" dirty="0"/>
              <a:t>Again, you should have a WHERE clause in your SQL</a:t>
            </a:r>
          </a:p>
          <a:p>
            <a:r>
              <a:rPr lang="en-US" dirty="0"/>
              <a:t>Here on the UI side we got the review by doing a query then sent over the id of that review to be deleted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E0C06-A992-B413-8509-8C06D45EA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7737" y="1521683"/>
            <a:ext cx="8297560" cy="4143375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delete_review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review_id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)-&gt; </a:t>
            </a:r>
            <a:r>
              <a:rPr lang="en-US" sz="13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conn =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get_connection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cursor =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conn.cursor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cursor.execute(</a:t>
            </a:r>
            <a:r>
              <a:rPr lang="en-US" sz="13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"DELETE FROM review WHERE id = ?"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(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review_id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,))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conn.commit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cursor.rowcount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1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 Exception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conn.rollback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False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3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finally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3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conn.close</a:t>
            </a:r>
            <a:r>
              <a:rPr lang="en-US" sz="13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3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830651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7CE8-304E-85FD-C822-A53A828E3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when foreign keys involved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7289-A771-4F70-1B39-18D1AC9CE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3911" y="1503148"/>
            <a:ext cx="4843272" cy="5052111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1800" dirty="0"/>
              <a:t>Note that the deletion I showed on the last slide was for a review</a:t>
            </a:r>
          </a:p>
          <a:p>
            <a:r>
              <a:rPr lang="en-US" sz="1800" dirty="0"/>
              <a:t>This is because if we delete a product that has reviews tied to it, then an error occurred</a:t>
            </a:r>
          </a:p>
          <a:p>
            <a:r>
              <a:rPr lang="en-US" sz="1800" dirty="0"/>
              <a:t>For our system here we need to run two deletions</a:t>
            </a:r>
          </a:p>
          <a:p>
            <a:pPr lvl="1"/>
            <a:r>
              <a:rPr lang="en-US" sz="1600" dirty="0"/>
              <a:t>one where we delete all reviews that map to the foreign key</a:t>
            </a:r>
          </a:p>
          <a:p>
            <a:pPr lvl="1"/>
            <a:r>
              <a:rPr lang="en-US" sz="1600" dirty="0"/>
              <a:t>one delete for the product</a:t>
            </a:r>
          </a:p>
          <a:p>
            <a:r>
              <a:rPr lang="en-US" sz="1800" dirty="0"/>
              <a:t>The </a:t>
            </a:r>
            <a:r>
              <a:rPr lang="en-US" sz="1800" dirty="0" err="1"/>
              <a:t>rowcount</a:t>
            </a:r>
            <a:r>
              <a:rPr lang="en-US" sz="1800" dirty="0"/>
              <a:t> property only relates to the last execute() function call, so here we track the first delete and add to the product delete</a:t>
            </a:r>
          </a:p>
          <a:p>
            <a:pPr lvl="1"/>
            <a:r>
              <a:rPr lang="en-US" sz="1600" dirty="0"/>
              <a:t>A product could have no reviews so we check greater than equal to 1</a:t>
            </a:r>
          </a:p>
          <a:p>
            <a:r>
              <a:rPr lang="en-US" sz="2000" dirty="0"/>
              <a:t>Again depending on your rules and what database you are using, you may not need this logic and it may delete all relationship objects – using </a:t>
            </a:r>
            <a:r>
              <a:rPr lang="en-US" sz="2000" dirty="0">
                <a:latin typeface="Consolas" panose="020B0609020204030204" pitchFamily="49" charset="0"/>
              </a:rPr>
              <a:t>ON DELETE CASCADE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BF65A-561A-FBCF-5DC0-D2287207F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1560" y="1719391"/>
            <a:ext cx="6981566" cy="4143375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delete_product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(product_id: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conn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get_connection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cursor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conn.cursor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cursor.execute(</a:t>
            </a:r>
            <a:r>
              <a:rPr lang="en-US" sz="11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"DELETE FROM review WHERE product_id = ?"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(product_id,))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reviews_rows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cursor.rowcount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cursor.execute(</a:t>
            </a:r>
            <a:r>
              <a:rPr lang="en-US" sz="11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"DELETE FROM product WHERE id = ?"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(product_id,))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conn.commit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reviews_rows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+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cursor.rowcount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&gt;= 1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 Exception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conn.rollback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finally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conn.close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37838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F2BF-6366-461A-270C-EDD13CA94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 Delete to a different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664F0-9872-C5F0-0A94-3D7F6CFA3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2896" y="1433512"/>
            <a:ext cx="4843272" cy="4775758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1600" dirty="0"/>
              <a:t>Depending on the business rules and industry regulations you may need to actually “keep” the data you have and not actually do a delete</a:t>
            </a:r>
          </a:p>
          <a:p>
            <a:r>
              <a:rPr lang="en-US" sz="1600" dirty="0"/>
              <a:t>One way to perform this is moving the data from one table over to a different table as a sort of “archive”</a:t>
            </a:r>
          </a:p>
          <a:p>
            <a:r>
              <a:rPr lang="en-US" sz="1600" dirty="0"/>
              <a:t>Typically, we perform this in one function as a “transaction” on the database</a:t>
            </a:r>
          </a:p>
          <a:p>
            <a:pPr lvl="1"/>
            <a:r>
              <a:rPr lang="en-US" sz="1400" dirty="0"/>
              <a:t>We don’t want insert functions that we query another table and create an object to insert to our archive table – this way we can rollback if there are errors</a:t>
            </a:r>
          </a:p>
          <a:p>
            <a:r>
              <a:rPr lang="en-US" sz="1600" dirty="0"/>
              <a:t>In this situation we have our reviews on the products that reference through a foreign key</a:t>
            </a:r>
          </a:p>
          <a:p>
            <a:r>
              <a:rPr lang="en-US" sz="1600" dirty="0"/>
              <a:t>Because of this we need to move over not only the product but the reviews as well</a:t>
            </a:r>
          </a:p>
          <a:p>
            <a:pPr lvl="1"/>
            <a:r>
              <a:rPr lang="en-US" sz="1400" dirty="0"/>
              <a:t>This can be costly on the database with processing</a:t>
            </a:r>
          </a:p>
          <a:p>
            <a:pPr lvl="1"/>
            <a:r>
              <a:rPr lang="en-US" sz="1400" dirty="0"/>
              <a:t>We are only showing this as an example but if we have any data involving foreign keys, this should be avoided</a:t>
            </a:r>
          </a:p>
          <a:p>
            <a:pPr lvl="1"/>
            <a:r>
              <a:rPr lang="en-US" sz="1400" dirty="0"/>
              <a:t>This method is good if we don’t have any foreign key connections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A9BD4-2640-9721-78B4-1B8F1D5C1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3876" y="1306727"/>
            <a:ext cx="6019798" cy="4854403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archive_product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)-&gt; </a:t>
            </a:r>
            <a:r>
              <a:rPr lang="en-US" sz="10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conn =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get_connection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cursor =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conn.cursor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cursor.execute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"""INSERT INTO </a:t>
            </a:r>
            <a:r>
              <a:rPr lang="en-US" sz="10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archive_product</a:t>
            </a: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b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  SELECT id, name, brand, price, </a:t>
            </a:r>
            <a:r>
              <a:rPr lang="en-US" sz="10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stock_qty</a:t>
            </a:r>
            <a:b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  FROM product WHERE id = ?"""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,))        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cursor.execute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"""INSERT INTO </a:t>
            </a:r>
            <a:r>
              <a:rPr lang="en-US" sz="10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archive_review</a:t>
            </a: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b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SELECT id, </a:t>
            </a:r>
            <a:r>
              <a:rPr lang="en-US" sz="10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rating, title, comment, reviewer</a:t>
            </a:r>
            <a:b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FROM review WHERE </a:t>
            </a:r>
            <a:r>
              <a:rPr lang="en-US" sz="10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?"""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,))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cursor.execute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"DELETE FROM review WHERE </a:t>
            </a:r>
            <a:r>
              <a:rPr lang="en-US" sz="10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?”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b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                                      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,))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cursor.execute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"DELETE FROM product WHERE id = ?”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b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                                      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,))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conn.commit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True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 Exception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conn.rollback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0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finally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conn.close</a:t>
            </a:r>
            <a:r>
              <a:rPr lang="en-US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01515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BD4DD-B563-0F47-4304-E22CF209E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Delete – “active”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80EFE-C5A4-B7FF-30F2-14B418200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6438" y="1552576"/>
            <a:ext cx="5173362" cy="4693766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r>
              <a:rPr lang="en-US" dirty="0"/>
              <a:t>In this situation and maybe better overall would be to add a column that marks if a row of data is “active”</a:t>
            </a:r>
          </a:p>
          <a:p>
            <a:r>
              <a:rPr lang="en-US" dirty="0"/>
              <a:t>We can easily do that on our table creation</a:t>
            </a:r>
          </a:p>
          <a:p>
            <a:r>
              <a:rPr lang="en-US" dirty="0"/>
              <a:t>But what if we already have our table and there is data in it, we don’t want to </a:t>
            </a:r>
            <a:r>
              <a:rPr lang="en-US" dirty="0">
                <a:latin typeface="Consolas" panose="020B0609020204030204" pitchFamily="49" charset="0"/>
              </a:rPr>
              <a:t>DROP</a:t>
            </a:r>
            <a:r>
              <a:rPr lang="en-US" dirty="0"/>
              <a:t> a table to erase it all</a:t>
            </a:r>
          </a:p>
          <a:p>
            <a:r>
              <a:rPr lang="en-US" dirty="0"/>
              <a:t>Instead we can use an </a:t>
            </a:r>
            <a:r>
              <a:rPr lang="en-US" dirty="0">
                <a:latin typeface="Consolas" panose="020B0609020204030204" pitchFamily="49" charset="0"/>
              </a:rPr>
              <a:t>ALTER TABLE</a:t>
            </a:r>
            <a:r>
              <a:rPr lang="en-US" dirty="0"/>
              <a:t> function to </a:t>
            </a:r>
            <a:r>
              <a:rPr lang="en-US" dirty="0">
                <a:latin typeface="Consolas" panose="020B0609020204030204" pitchFamily="49" charset="0"/>
              </a:rPr>
              <a:t>ADD COLUMN</a:t>
            </a:r>
          </a:p>
          <a:p>
            <a:r>
              <a:rPr lang="en-US" dirty="0"/>
              <a:t>Here we add a column and also set the default value to ‘1’ for True</a:t>
            </a:r>
          </a:p>
          <a:p>
            <a:pPr lvl="1"/>
            <a:r>
              <a:rPr lang="en-US" dirty="0"/>
              <a:t>This eliminates the need for a </a:t>
            </a:r>
            <a:r>
              <a:rPr lang="en-US" dirty="0">
                <a:latin typeface="Consolas" panose="020B0609020204030204" pitchFamily="49" charset="0"/>
              </a:rPr>
              <a:t>NOT NULL</a:t>
            </a:r>
            <a:r>
              <a:rPr lang="en-US" dirty="0"/>
              <a:t> property as it will automatically put in ‘1’ if we don’t provide it </a:t>
            </a:r>
          </a:p>
          <a:p>
            <a:pPr lvl="1"/>
            <a:r>
              <a:rPr lang="en-US" dirty="0"/>
              <a:t>A new product that we add in should be active right?</a:t>
            </a:r>
          </a:p>
          <a:p>
            <a:pPr lvl="1"/>
            <a:r>
              <a:rPr lang="en-US" dirty="0"/>
              <a:t>This command puts in ‘1’ as a value for the rows of data we already have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095F6-A47A-F301-6EA0-8038D42CD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2905" y="1595824"/>
            <a:ext cx="5906528" cy="4143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CREATE TABLE IF NOT EXISTS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product (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id </a:t>
            </a:r>
            <a: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INTEGER PRIMARY KEY AUTOINCREMENT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,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name </a:t>
            </a:r>
            <a: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TEXT NOT NULL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,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brand </a:t>
            </a:r>
            <a: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TEXT NOT NULL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,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price </a:t>
            </a:r>
            <a: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REAL NOT NULL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,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  <a:r>
              <a:rPr lang="en-US" sz="17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stock_qty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</a:t>
            </a:r>
            <a: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INTEGER NOT NULL</a:t>
            </a:r>
            <a:b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</a:br>
            <a: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active</a:t>
            </a:r>
            <a: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INTEGER NOT NULL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</a:b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);</a:t>
            </a:r>
          </a:p>
          <a:p>
            <a:pPr marL="0" indent="0">
              <a:buNone/>
            </a:pPr>
            <a:endParaRPr lang="en-US" sz="1700" b="1" dirty="0"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indent="0">
              <a:buNone/>
            </a:pP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</a:br>
            <a: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ALTER TABLE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product 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</a:br>
            <a: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ADD COLUMN </a:t>
            </a:r>
            <a:r>
              <a:rPr lang="en-US" sz="17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is_active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</a:t>
            </a:r>
            <a:b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</a:br>
            <a:r>
              <a:rPr lang="en-US" sz="1700" b="1" dirty="0">
                <a:solidFill>
                  <a:srgbClr val="C2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INTEGER DEFAULT </a:t>
            </a:r>
            <a:r>
              <a:rPr lang="en-US" sz="17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1; </a:t>
            </a:r>
            <a:b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2187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9171B-CC65-C18D-4D1A-CEF23E262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458" y="93148"/>
            <a:ext cx="7238423" cy="949325"/>
          </a:xfrm>
        </p:spPr>
        <p:txBody>
          <a:bodyPr>
            <a:normAutofit fontScale="90000"/>
          </a:bodyPr>
          <a:lstStyle/>
          <a:p>
            <a:r>
              <a:rPr lang="en-US" dirty="0"/>
              <a:t>Soft Delete – python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CBF18-92AF-8E2B-4357-8D6634CCAC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982" y="1805889"/>
            <a:ext cx="4843272" cy="4143375"/>
          </a:xfrm>
        </p:spPr>
        <p:txBody>
          <a:bodyPr>
            <a:noAutofit/>
          </a:bodyPr>
          <a:lstStyle/>
          <a:p>
            <a:r>
              <a:rPr lang="en-US" dirty="0"/>
              <a:t>We have a couple options to go here for deactivate/activate</a:t>
            </a:r>
          </a:p>
          <a:p>
            <a:pPr lvl="1"/>
            <a:r>
              <a:rPr lang="en-US" dirty="0"/>
              <a:t>We can create separate functions</a:t>
            </a:r>
          </a:p>
          <a:p>
            <a:r>
              <a:rPr lang="en-US" dirty="0"/>
              <a:t>Or if we know we may re-activate an item, then you need to send over the value that you want to set to active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4B57F-9BFF-C2A7-1F6A-4BB43CDE9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7613" y="839787"/>
            <a:ext cx="6450225" cy="592506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deactivate_product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: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conn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get_connection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cursor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conn.cursor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cursor.execute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</a:t>
            </a:r>
            <a:r>
              <a:rPr lang="en-US" sz="11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"UPDATE product SET </a:t>
            </a:r>
            <a:r>
              <a:rPr lang="en-US" sz="11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is_active</a:t>
            </a:r>
            <a:r>
              <a:rPr lang="en-US" sz="11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0 WHERE id = ?"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(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,))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conn.commit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cursor.rowcount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1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 Exception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conn.rollback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finally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conn.close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  <a:p>
            <a:pPr marL="0" marR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def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update_is_active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: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active :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 -&gt; </a:t>
            </a:r>
            <a:r>
              <a:rPr lang="en-US" sz="1100" b="1" dirty="0">
                <a:solidFill>
                  <a:srgbClr val="80008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bool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conn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get_connection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cursor =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conn.cursor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try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cursor.execute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sz="11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"UPDATE product SET </a:t>
            </a:r>
            <a:r>
              <a:rPr lang="en-US" sz="1100" b="1" dirty="0" err="1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is_active</a:t>
            </a:r>
            <a:r>
              <a:rPr lang="en-US" sz="1100" b="1" dirty="0">
                <a:solidFill>
                  <a:srgbClr val="0065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? WHERE id = ?"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                             (active,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conn.commit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cursor.rowcount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== 1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except Exception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conn.rollback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return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False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en-US" sz="1100" b="1" dirty="0">
                <a:solidFill>
                  <a:srgbClr val="AB0F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finally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b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</a:t>
            </a:r>
            <a:r>
              <a:rPr lang="en-US" sz="11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conn.close</a:t>
            </a:r>
            <a:r>
              <a:rPr lang="en-US" sz="11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()</a:t>
            </a:r>
            <a:endParaRPr lang="en-US" sz="11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13041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7BE9-4FEC-8BB8-F382-C0492D48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Delete – Update your 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D1BDD-E91A-B5CE-56F0-DD8923C27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3254" y="1552576"/>
            <a:ext cx="10027508" cy="4143375"/>
          </a:xfrm>
        </p:spPr>
        <p:txBody>
          <a:bodyPr>
            <a:normAutofit/>
          </a:bodyPr>
          <a:lstStyle/>
          <a:p>
            <a:r>
              <a:rPr lang="en-US" dirty="0"/>
              <a:t>With this added property for our rows you will need to go back through your SELECT functions where you are always checking for active items</a:t>
            </a:r>
          </a:p>
          <a:p>
            <a:r>
              <a:rPr lang="en-US" dirty="0"/>
              <a:t>You will need some functionality to search through inactive rows in your system</a:t>
            </a:r>
          </a:p>
          <a:p>
            <a:r>
              <a:rPr lang="en-US" dirty="0"/>
              <a:t>This means adding either a WHERE clause in the your get everything queries or adding in AND to check multiple conditions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cursor.execute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500"/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"SELECT * FROM product WHERE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6500"/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is_active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500"/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1"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B0F00"/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AB0F00"/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cursor.execute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500"/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"SELECT * FROM product WHERE id = ? AND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6500"/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is_active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500"/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= ?"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                                    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product_id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,))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Adobe Garamond Pro" panose="02020502060506020403" pitchFamily="18" charset="0"/>
              <a:ea typeface="+mn-ea"/>
              <a:cs typeface="+mn-c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423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4636-2C6E-9DC1-DE76-7548A6CC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F105-77A6-1537-EC7A-6F7506A3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Coding Example – Modify and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7E698-440C-28F4-866C-9A7028FBF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Delete</a:t>
            </a:r>
          </a:p>
          <a:p>
            <a:pPr lvl="1"/>
            <a:r>
              <a:rPr lang="en-US" dirty="0"/>
              <a:t>“Close” accounts – add the active column since we have foreign keys</a:t>
            </a:r>
          </a:p>
          <a:p>
            <a:pPr lvl="1"/>
            <a:r>
              <a:rPr lang="en-US" dirty="0"/>
              <a:t>Delete Transactions – this needs to happen like in bank accounts if we have temporary transactions that actually don’t “post” or get saved.</a:t>
            </a:r>
          </a:p>
          <a:p>
            <a:pPr lvl="2"/>
            <a:r>
              <a:rPr lang="en-US" dirty="0"/>
              <a:t>Could add a column of posted or not – but that is for more advanced features</a:t>
            </a:r>
          </a:p>
          <a:p>
            <a:pPr lvl="1"/>
            <a:r>
              <a:rPr lang="en-US" dirty="0"/>
              <a:t>Update our UI to have these features</a:t>
            </a:r>
          </a:p>
        </p:txBody>
      </p:sp>
    </p:spTree>
    <p:extLst>
      <p:ext uri="{BB962C8B-B14F-4D97-AF65-F5344CB8AC3E}">
        <p14:creationId xmlns:p14="http://schemas.microsoft.com/office/powerpoint/2010/main" val="1520275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E5A06-1B7C-BF59-B6A6-0B7157E7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Relation Mapper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F74DF-69F1-A613-E554-953BDC8DC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Adv. Python Programming</a:t>
            </a:r>
          </a:p>
        </p:txBody>
      </p:sp>
    </p:spTree>
    <p:extLst>
      <p:ext uri="{BB962C8B-B14F-4D97-AF65-F5344CB8AC3E}">
        <p14:creationId xmlns:p14="http://schemas.microsoft.com/office/powerpoint/2010/main" val="3601148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3CBF-2B8B-3913-2734-107652FF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B1B90-C7FF-8F90-72E6-D2CCD9EB5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applications get rather large in their operation writing raw SQL can become repetitive</a:t>
            </a:r>
          </a:p>
          <a:p>
            <a:r>
              <a:rPr lang="en-US" dirty="0"/>
              <a:t>As you may experience in the homework and in these lectures, this is a lot of code</a:t>
            </a:r>
          </a:p>
          <a:p>
            <a:r>
              <a:rPr lang="en-US" dirty="0"/>
              <a:t>We typically call this “boilerplate code”</a:t>
            </a:r>
          </a:p>
          <a:p>
            <a:pPr lvl="1"/>
            <a:r>
              <a:rPr lang="en-US" dirty="0"/>
              <a:t>Code that is repetitive is minimal ability to change or make generic</a:t>
            </a:r>
          </a:p>
          <a:p>
            <a:pPr lvl="1"/>
            <a:r>
              <a:rPr lang="en-US" dirty="0"/>
              <a:t>Most database access code is boilerplate</a:t>
            </a:r>
          </a:p>
          <a:p>
            <a:pPr lvl="2"/>
            <a:r>
              <a:rPr lang="en-US" dirty="0"/>
              <a:t>It also repeats across different applications</a:t>
            </a:r>
          </a:p>
          <a:p>
            <a:r>
              <a:rPr lang="en-US" dirty="0"/>
              <a:t>Instead of writing some SQL to select a row of data, ORMs have functions like .get() that will get from the database for us</a:t>
            </a:r>
          </a:p>
        </p:txBody>
      </p:sp>
    </p:spTree>
    <p:extLst>
      <p:ext uri="{BB962C8B-B14F-4D97-AF65-F5344CB8AC3E}">
        <p14:creationId xmlns:p14="http://schemas.microsoft.com/office/powerpoint/2010/main" val="723884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F3B84-4C7B-EDB9-9A80-26BEDB76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ORMs?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63B81-A471-BED1-52AA-F15290788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They solve several common problems</a:t>
            </a:r>
          </a:p>
          <a:p>
            <a:pPr lvl="1"/>
            <a:r>
              <a:rPr lang="en-US" dirty="0"/>
              <a:t>Reduce repetitive SQL code</a:t>
            </a:r>
          </a:p>
          <a:p>
            <a:pPr lvl="1"/>
            <a:r>
              <a:rPr lang="en-US" dirty="0"/>
              <a:t>Centralize database logic</a:t>
            </a:r>
          </a:p>
          <a:p>
            <a:pPr lvl="1"/>
            <a:r>
              <a:rPr lang="en-US" dirty="0"/>
              <a:t>Improve readability and maintainability</a:t>
            </a:r>
          </a:p>
          <a:p>
            <a:pPr lvl="1"/>
            <a:r>
              <a:rPr lang="en-US" dirty="0"/>
              <a:t>Make it easier to change databases later</a:t>
            </a:r>
          </a:p>
          <a:p>
            <a:pPr lvl="1"/>
            <a:r>
              <a:rPr lang="en-US" dirty="0"/>
              <a:t>Integrate validation and relationships directly into objects</a:t>
            </a:r>
          </a:p>
          <a:p>
            <a:r>
              <a:rPr lang="en-US" dirty="0"/>
              <a:t>They are especially common in web applications</a:t>
            </a:r>
          </a:p>
          <a:p>
            <a:r>
              <a:rPr lang="en-US" dirty="0"/>
              <a:t>Most widely used ORM in Python is </a:t>
            </a:r>
            <a:r>
              <a:rPr lang="en-US" dirty="0" err="1"/>
              <a:t>SQLAlchemy</a:t>
            </a:r>
            <a:endParaRPr lang="en-US" dirty="0"/>
          </a:p>
          <a:p>
            <a:pPr lvl="1"/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party not built into Python by default</a:t>
            </a:r>
          </a:p>
          <a:p>
            <a:pPr lvl="1"/>
            <a:r>
              <a:rPr lang="en-US" dirty="0"/>
              <a:t>Need to install using pip</a:t>
            </a:r>
          </a:p>
          <a:p>
            <a:r>
              <a:rPr lang="en-US" dirty="0"/>
              <a:t>We are not using ORMs here because you need to learn how to directly access via SQL commands</a:t>
            </a:r>
          </a:p>
          <a:p>
            <a:r>
              <a:rPr lang="en-US" dirty="0"/>
              <a:t>In future classes you may be using ORMs</a:t>
            </a:r>
          </a:p>
        </p:txBody>
      </p:sp>
    </p:spTree>
    <p:extLst>
      <p:ext uri="{BB962C8B-B14F-4D97-AF65-F5344CB8AC3E}">
        <p14:creationId xmlns:p14="http://schemas.microsoft.com/office/powerpoint/2010/main" val="293606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341166D007A44F96DAB297EB9286AE" ma:contentTypeVersion="1" ma:contentTypeDescription="Create a new document." ma:contentTypeScope="" ma:versionID="b480b76c1a13d0cb60d9fa02ce9cfa12">
  <xsd:schema xmlns:xsd="http://www.w3.org/2001/XMLSchema" xmlns:xs="http://www.w3.org/2001/XMLSchema" xmlns:p="http://schemas.microsoft.com/office/2006/metadata/properties" xmlns:ns1="http://schemas.microsoft.com/sharepoint/v3" xmlns:ns2="4408313d-b437-4f49-9134-0613b1cf82e0" targetNamespace="http://schemas.microsoft.com/office/2006/metadata/properties" ma:root="true" ma:fieldsID="7e1a49c581aee02705c497c71c6a3062" ns1:_="" ns2:_="">
    <xsd:import namespace="http://schemas.microsoft.com/sharepoint/v3"/>
    <xsd:import namespace="4408313d-b437-4f49-9134-0613b1cf82e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8313d-b437-4f49-9134-0613b1cf82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4408313d-b437-4f49-9134-0613b1cf82e0">5K6DURXD36E5-1034-11</_dlc_DocId>
    <_dlc_DocIdUrl xmlns="4408313d-b437-4f49-9134-0613b1cf82e0">
      <Url>https://myway.mccneb.edu/employees/Departments/marketing/_layouts/15/DocIdRedir.aspx?ID=5K6DURXD36E5-1034-11</Url>
      <Description>5K6DURXD36E5-1034-11</Description>
    </_dlc_DocIdUrl>
  </documentManagement>
</p:properties>
</file>

<file path=customXml/itemProps1.xml><?xml version="1.0" encoding="utf-8"?>
<ds:datastoreItem xmlns:ds="http://schemas.openxmlformats.org/officeDocument/2006/customXml" ds:itemID="{B64BA4CB-1A05-46BE-B2E1-F56C6161E1A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7AA46240-6986-4B9C-B1FF-32FBEE40E0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61AA4B-2C2A-4993-9592-F7FC50101C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408313d-b437-4f49-9134-0613b1cf8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B4BA48C2-912C-4BF9-9AD3-31CDA2E37A00}">
  <ds:schemaRefs>
    <ds:schemaRef ds:uri="4408313d-b437-4f49-9134-0613b1cf82e0"/>
    <ds:schemaRef ds:uri="http://schemas.microsoft.com/sharepoint/v3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8330</TotalTime>
  <Words>3190</Words>
  <Application>Microsoft Office PowerPoint</Application>
  <PresentationFormat>Widescreen</PresentationFormat>
  <Paragraphs>166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Adobe Garamond Pro</vt:lpstr>
      <vt:lpstr>Arial</vt:lpstr>
      <vt:lpstr>Calibri</vt:lpstr>
      <vt:lpstr>Cambria</vt:lpstr>
      <vt:lpstr>Consolas</vt:lpstr>
      <vt:lpstr>Courier New</vt:lpstr>
      <vt:lpstr>Intro Bold</vt:lpstr>
      <vt:lpstr>Intro Light</vt:lpstr>
      <vt:lpstr>Wingdings</vt:lpstr>
      <vt:lpstr>Office Theme</vt:lpstr>
      <vt:lpstr>Databases in Python Modify and Delete</vt:lpstr>
      <vt:lpstr>Modify in Python</vt:lpstr>
      <vt:lpstr>Update a row</vt:lpstr>
      <vt:lpstr>Simple Updates of One Item</vt:lpstr>
      <vt:lpstr>Another Way to Update the Stock</vt:lpstr>
      <vt:lpstr>Modify multiple rows</vt:lpstr>
      <vt:lpstr>Functions to UPDATE each column?</vt:lpstr>
      <vt:lpstr>UPDATE Entire Row</vt:lpstr>
      <vt:lpstr>Coding Example – Modify and Delete</vt:lpstr>
      <vt:lpstr>Delete in Python</vt:lpstr>
      <vt:lpstr>Delete</vt:lpstr>
      <vt:lpstr>Simple Deletes</vt:lpstr>
      <vt:lpstr>Deleting when foreign keys involved</vt:lpstr>
      <vt:lpstr>Soft Delete to a different table</vt:lpstr>
      <vt:lpstr>Soft Delete – “active” column</vt:lpstr>
      <vt:lpstr>Soft Delete – python functions</vt:lpstr>
      <vt:lpstr>Soft Delete – Update your SELECT</vt:lpstr>
      <vt:lpstr>Coding Example – Modify and Delete</vt:lpstr>
      <vt:lpstr>Object Relation Mapper</vt:lpstr>
      <vt:lpstr>What is an ORM?</vt:lpstr>
      <vt:lpstr>Why ORMs?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Hartman, Lucas</dc:creator>
  <cp:lastModifiedBy>Hartman, Lucas</cp:lastModifiedBy>
  <cp:revision>26</cp:revision>
  <dcterms:created xsi:type="dcterms:W3CDTF">2022-06-09T19:09:31Z</dcterms:created>
  <dcterms:modified xsi:type="dcterms:W3CDTF">2026-04-16T19:45:56Z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0x0101006B341166D007A44F96DAB297EB9286AE</vt:lpwstr>
  </property>
  <property fmtid="{D5CDD505-2E9C-101B-9397-08002B2CF9AE}" pid="3" name="_dlc_DocIdItemGuid">
    <vt:lpwstr>b616e4c7-a5d0-45d1-a2b2-69c0143a48ff</vt:lpwstr>
  </property>
</Properties>
</file>