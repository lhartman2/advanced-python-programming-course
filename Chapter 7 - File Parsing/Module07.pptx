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5"/>
  </p:sldMasterIdLst>
  <p:notesMasterIdLst>
    <p:notesMasterId r:id="rId37"/>
  </p:notesMasterIdLst>
  <p:sldIdLst>
    <p:sldId id="256" r:id="rId6"/>
    <p:sldId id="273" r:id="rId7"/>
    <p:sldId id="280" r:id="rId8"/>
    <p:sldId id="281" r:id="rId9"/>
    <p:sldId id="282" r:id="rId10"/>
    <p:sldId id="283" r:id="rId11"/>
    <p:sldId id="274" r:id="rId12"/>
    <p:sldId id="284" r:id="rId13"/>
    <p:sldId id="285" r:id="rId14"/>
    <p:sldId id="286" r:id="rId15"/>
    <p:sldId id="287" r:id="rId16"/>
    <p:sldId id="288" r:id="rId17"/>
    <p:sldId id="289" r:id="rId18"/>
    <p:sldId id="277" r:id="rId19"/>
    <p:sldId id="275" r:id="rId20"/>
    <p:sldId id="290" r:id="rId21"/>
    <p:sldId id="291" r:id="rId22"/>
    <p:sldId id="292" r:id="rId23"/>
    <p:sldId id="293" r:id="rId24"/>
    <p:sldId id="295" r:id="rId25"/>
    <p:sldId id="294" r:id="rId26"/>
    <p:sldId id="296" r:id="rId27"/>
    <p:sldId id="278" r:id="rId28"/>
    <p:sldId id="276" r:id="rId29"/>
    <p:sldId id="297" r:id="rId30"/>
    <p:sldId id="298" r:id="rId31"/>
    <p:sldId id="299" r:id="rId32"/>
    <p:sldId id="300" r:id="rId33"/>
    <p:sldId id="301" r:id="rId34"/>
    <p:sldId id="302" r:id="rId35"/>
    <p:sldId id="279" r:id="rId3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20000"/>
    <a:srgbClr val="3F0065"/>
    <a:srgbClr val="490000"/>
    <a:srgbClr val="007CBD"/>
    <a:srgbClr val="00AEEF"/>
    <a:srgbClr val="009B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BBD38DF-6528-41FC-BE88-F9B523196D50}" v="14" dt="2026-01-08T20:51:50.16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25" autoAdjust="0"/>
    <p:restoredTop sz="79075" autoAdjust="0"/>
  </p:normalViewPr>
  <p:slideViewPr>
    <p:cSldViewPr snapToGrid="0">
      <p:cViewPr varScale="1">
        <p:scale>
          <a:sx n="87" d="100"/>
          <a:sy n="87" d="100"/>
        </p:scale>
        <p:origin x="708" y="9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viewProps" Target="viewProps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microsoft.com/office/2016/11/relationships/changesInfo" Target="changesInfos/changesInfo1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41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microsoft.com/office/2015/10/relationships/revisionInfo" Target="revisionInfo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rtman, Lucas" userId="54df504d-6b26-4972-93dd-c21e09d4490b" providerId="ADAL" clId="{DA797BB2-F189-4808-BF03-EC6D040664BC}"/>
    <pc:docChg chg="undo redo custSel addSld delSld modSld sldOrd">
      <pc:chgData name="Hartman, Lucas" userId="54df504d-6b26-4972-93dd-c21e09d4490b" providerId="ADAL" clId="{DA797BB2-F189-4808-BF03-EC6D040664BC}" dt="2026-01-09T21:51:49.065" v="81408" actId="20577"/>
      <pc:docMkLst>
        <pc:docMk/>
      </pc:docMkLst>
      <pc:sldChg chg="modSp mod">
        <pc:chgData name="Hartman, Lucas" userId="54df504d-6b26-4972-93dd-c21e09d4490b" providerId="ADAL" clId="{DA797BB2-F189-4808-BF03-EC6D040664BC}" dt="2026-01-07T20:25:17.828" v="64516" actId="20577"/>
        <pc:sldMkLst>
          <pc:docMk/>
          <pc:sldMk cId="2520530202" sldId="256"/>
        </pc:sldMkLst>
        <pc:spChg chg="mod">
          <ac:chgData name="Hartman, Lucas" userId="54df504d-6b26-4972-93dd-c21e09d4490b" providerId="ADAL" clId="{DA797BB2-F189-4808-BF03-EC6D040664BC}" dt="2026-01-07T20:25:15.860" v="64514" actId="404"/>
          <ac:spMkLst>
            <pc:docMk/>
            <pc:sldMk cId="2520530202" sldId="256"/>
            <ac:spMk id="2" creationId="{589DB60D-668E-44FF-BA61-B56EE8830DC2}"/>
          </ac:spMkLst>
        </pc:spChg>
        <pc:spChg chg="mod">
          <ac:chgData name="Hartman, Lucas" userId="54df504d-6b26-4972-93dd-c21e09d4490b" providerId="ADAL" clId="{DA797BB2-F189-4808-BF03-EC6D040664BC}" dt="2026-01-07T20:25:17.828" v="64516" actId="20577"/>
          <ac:spMkLst>
            <pc:docMk/>
            <pc:sldMk cId="2520530202" sldId="256"/>
            <ac:spMk id="3" creationId="{4A182FC2-B1F9-4263-A786-D0159CDB7DB7}"/>
          </ac:spMkLst>
        </pc:spChg>
      </pc:sldChg>
      <pc:sldChg chg="modSp new mod">
        <pc:chgData name="Hartman, Lucas" userId="54df504d-6b26-4972-93dd-c21e09d4490b" providerId="ADAL" clId="{DA797BB2-F189-4808-BF03-EC6D040664BC}" dt="2026-01-07T20:25:25.211" v="64533" actId="20577"/>
        <pc:sldMkLst>
          <pc:docMk/>
          <pc:sldMk cId="3519035121" sldId="273"/>
        </pc:sldMkLst>
        <pc:spChg chg="mod">
          <ac:chgData name="Hartman, Lucas" userId="54df504d-6b26-4972-93dd-c21e09d4490b" providerId="ADAL" clId="{DA797BB2-F189-4808-BF03-EC6D040664BC}" dt="2026-01-07T20:25:25.211" v="64533" actId="20577"/>
          <ac:spMkLst>
            <pc:docMk/>
            <pc:sldMk cId="3519035121" sldId="273"/>
            <ac:spMk id="2" creationId="{61E5E9E9-3195-BEFF-D428-A3A399103075}"/>
          </ac:spMkLst>
        </pc:spChg>
        <pc:spChg chg="mod">
          <ac:chgData name="Hartman, Lucas" userId="54df504d-6b26-4972-93dd-c21e09d4490b" providerId="ADAL" clId="{DA797BB2-F189-4808-BF03-EC6D040664BC}" dt="2025-12-10T21:28:42.404" v="49754" actId="20577"/>
          <ac:spMkLst>
            <pc:docMk/>
            <pc:sldMk cId="3519035121" sldId="273"/>
            <ac:spMk id="3" creationId="{79814D34-4D2E-1377-706C-B2A0888543BA}"/>
          </ac:spMkLst>
        </pc:spChg>
      </pc:sldChg>
      <pc:sldChg chg="modSp new mod">
        <pc:chgData name="Hartman, Lucas" userId="54df504d-6b26-4972-93dd-c21e09d4490b" providerId="ADAL" clId="{DA797BB2-F189-4808-BF03-EC6D040664BC}" dt="2026-01-07T20:25:38.396" v="64555" actId="20577"/>
        <pc:sldMkLst>
          <pc:docMk/>
          <pc:sldMk cId="201914323" sldId="274"/>
        </pc:sldMkLst>
        <pc:spChg chg="mod">
          <ac:chgData name="Hartman, Lucas" userId="54df504d-6b26-4972-93dd-c21e09d4490b" providerId="ADAL" clId="{DA797BB2-F189-4808-BF03-EC6D040664BC}" dt="2026-01-07T20:25:34.843" v="64546" actId="20577"/>
          <ac:spMkLst>
            <pc:docMk/>
            <pc:sldMk cId="201914323" sldId="274"/>
            <ac:spMk id="2" creationId="{1806ED37-24D1-A852-70EB-61254BCA5EFA}"/>
          </ac:spMkLst>
        </pc:spChg>
        <pc:spChg chg="mod">
          <ac:chgData name="Hartman, Lucas" userId="54df504d-6b26-4972-93dd-c21e09d4490b" providerId="ADAL" clId="{DA797BB2-F189-4808-BF03-EC6D040664BC}" dt="2026-01-07T20:25:38.396" v="64555" actId="20577"/>
          <ac:spMkLst>
            <pc:docMk/>
            <pc:sldMk cId="201914323" sldId="274"/>
            <ac:spMk id="3" creationId="{CB1724E3-182B-4372-ADF3-547661043975}"/>
          </ac:spMkLst>
        </pc:spChg>
      </pc:sldChg>
      <pc:sldChg chg="modSp new mod">
        <pc:chgData name="Hartman, Lucas" userId="54df504d-6b26-4972-93dd-c21e09d4490b" providerId="ADAL" clId="{DA797BB2-F189-4808-BF03-EC6D040664BC}" dt="2026-01-07T20:25:47.774" v="64576" actId="20577"/>
        <pc:sldMkLst>
          <pc:docMk/>
          <pc:sldMk cId="3978747481" sldId="275"/>
        </pc:sldMkLst>
        <pc:spChg chg="mod">
          <ac:chgData name="Hartman, Lucas" userId="54df504d-6b26-4972-93dd-c21e09d4490b" providerId="ADAL" clId="{DA797BB2-F189-4808-BF03-EC6D040664BC}" dt="2026-01-07T20:25:44.507" v="64567" actId="20577"/>
          <ac:spMkLst>
            <pc:docMk/>
            <pc:sldMk cId="3978747481" sldId="275"/>
            <ac:spMk id="2" creationId="{C3A2843C-1A52-B4B7-86DA-B08268D6226F}"/>
          </ac:spMkLst>
        </pc:spChg>
        <pc:spChg chg="mod">
          <ac:chgData name="Hartman, Lucas" userId="54df504d-6b26-4972-93dd-c21e09d4490b" providerId="ADAL" clId="{DA797BB2-F189-4808-BF03-EC6D040664BC}" dt="2026-01-07T20:25:47.774" v="64576" actId="20577"/>
          <ac:spMkLst>
            <pc:docMk/>
            <pc:sldMk cId="3978747481" sldId="275"/>
            <ac:spMk id="3" creationId="{C91C6784-6E72-4D66-1C43-39E2AAAEDF49}"/>
          </ac:spMkLst>
        </pc:spChg>
      </pc:sldChg>
      <pc:sldChg chg="modSp new mod">
        <pc:chgData name="Hartman, Lucas" userId="54df504d-6b26-4972-93dd-c21e09d4490b" providerId="ADAL" clId="{DA797BB2-F189-4808-BF03-EC6D040664BC}" dt="2026-01-07T20:25:57.267" v="64600" actId="20577"/>
        <pc:sldMkLst>
          <pc:docMk/>
          <pc:sldMk cId="4158593427" sldId="276"/>
        </pc:sldMkLst>
        <pc:spChg chg="mod">
          <ac:chgData name="Hartman, Lucas" userId="54df504d-6b26-4972-93dd-c21e09d4490b" providerId="ADAL" clId="{DA797BB2-F189-4808-BF03-EC6D040664BC}" dt="2026-01-07T20:25:53.955" v="64591" actId="20577"/>
          <ac:spMkLst>
            <pc:docMk/>
            <pc:sldMk cId="4158593427" sldId="276"/>
            <ac:spMk id="2" creationId="{64EBF135-EDCB-CD6F-8F9B-36951CC1A0F6}"/>
          </ac:spMkLst>
        </pc:spChg>
        <pc:spChg chg="mod">
          <ac:chgData name="Hartman, Lucas" userId="54df504d-6b26-4972-93dd-c21e09d4490b" providerId="ADAL" clId="{DA797BB2-F189-4808-BF03-EC6D040664BC}" dt="2026-01-07T20:25:57.267" v="64600" actId="20577"/>
          <ac:spMkLst>
            <pc:docMk/>
            <pc:sldMk cId="4158593427" sldId="276"/>
            <ac:spMk id="3" creationId="{18F4D074-2417-4260-C640-E25F9B588B14}"/>
          </ac:spMkLst>
        </pc:spChg>
      </pc:sldChg>
      <pc:sldChg chg="modSp new mod">
        <pc:chgData name="Hartman, Lucas" userId="54df504d-6b26-4972-93dd-c21e09d4490b" providerId="ADAL" clId="{DA797BB2-F189-4808-BF03-EC6D040664BC}" dt="2026-01-07T20:28:29.483" v="65294" actId="20577"/>
        <pc:sldMkLst>
          <pc:docMk/>
          <pc:sldMk cId="2013796353" sldId="277"/>
        </pc:sldMkLst>
        <pc:spChg chg="mod">
          <ac:chgData name="Hartman, Lucas" userId="54df504d-6b26-4972-93dd-c21e09d4490b" providerId="ADAL" clId="{DA797BB2-F189-4808-BF03-EC6D040664BC}" dt="2026-01-07T20:28:29.483" v="65294" actId="20577"/>
          <ac:spMkLst>
            <pc:docMk/>
            <pc:sldMk cId="2013796353" sldId="277"/>
            <ac:spMk id="2" creationId="{E2A7CA9B-5AFC-25FB-2E49-EE2476A7CF41}"/>
          </ac:spMkLst>
        </pc:spChg>
        <pc:spChg chg="mod">
          <ac:chgData name="Hartman, Lucas" userId="54df504d-6b26-4972-93dd-c21e09d4490b" providerId="ADAL" clId="{DA797BB2-F189-4808-BF03-EC6D040664BC}" dt="2026-01-07T20:28:04.041" v="65229" actId="20577"/>
          <ac:spMkLst>
            <pc:docMk/>
            <pc:sldMk cId="2013796353" sldId="277"/>
            <ac:spMk id="3" creationId="{E5D85E29-09C7-5D0A-00EC-B86166E3C644}"/>
          </ac:spMkLst>
        </pc:spChg>
      </pc:sldChg>
      <pc:sldChg chg="modSp new mod">
        <pc:chgData name="Hartman, Lucas" userId="54df504d-6b26-4972-93dd-c21e09d4490b" providerId="ADAL" clId="{DA797BB2-F189-4808-BF03-EC6D040664BC}" dt="2026-01-09T20:29:21.038" v="81385" actId="20577"/>
        <pc:sldMkLst>
          <pc:docMk/>
          <pc:sldMk cId="325676620" sldId="278"/>
        </pc:sldMkLst>
        <pc:spChg chg="mod">
          <ac:chgData name="Hartman, Lucas" userId="54df504d-6b26-4972-93dd-c21e09d4490b" providerId="ADAL" clId="{DA797BB2-F189-4808-BF03-EC6D040664BC}" dt="2026-01-07T20:28:24.891" v="65285" actId="20577"/>
          <ac:spMkLst>
            <pc:docMk/>
            <pc:sldMk cId="325676620" sldId="278"/>
            <ac:spMk id="2" creationId="{332A8739-46E3-134D-1121-3CCD850F1862}"/>
          </ac:spMkLst>
        </pc:spChg>
        <pc:spChg chg="mod">
          <ac:chgData name="Hartman, Lucas" userId="54df504d-6b26-4972-93dd-c21e09d4490b" providerId="ADAL" clId="{DA797BB2-F189-4808-BF03-EC6D040664BC}" dt="2026-01-09T20:29:21.038" v="81385" actId="20577"/>
          <ac:spMkLst>
            <pc:docMk/>
            <pc:sldMk cId="325676620" sldId="278"/>
            <ac:spMk id="3" creationId="{6C292DCA-8356-D890-6579-46A790D4CB3D}"/>
          </ac:spMkLst>
        </pc:spChg>
      </pc:sldChg>
      <pc:sldChg chg="modSp new mod">
        <pc:chgData name="Hartman, Lucas" userId="54df504d-6b26-4972-93dd-c21e09d4490b" providerId="ADAL" clId="{DA797BB2-F189-4808-BF03-EC6D040664BC}" dt="2026-01-09T21:51:49.065" v="81408" actId="20577"/>
        <pc:sldMkLst>
          <pc:docMk/>
          <pc:sldMk cId="639912938" sldId="279"/>
        </pc:sldMkLst>
        <pc:spChg chg="mod">
          <ac:chgData name="Hartman, Lucas" userId="54df504d-6b26-4972-93dd-c21e09d4490b" providerId="ADAL" clId="{DA797BB2-F189-4808-BF03-EC6D040664BC}" dt="2026-01-07T20:31:07.787" v="66199" actId="20577"/>
          <ac:spMkLst>
            <pc:docMk/>
            <pc:sldMk cId="639912938" sldId="279"/>
            <ac:spMk id="2" creationId="{99BA4DA3-61AB-2D18-E90A-0BA903370296}"/>
          </ac:spMkLst>
        </pc:spChg>
        <pc:spChg chg="mod">
          <ac:chgData name="Hartman, Lucas" userId="54df504d-6b26-4972-93dd-c21e09d4490b" providerId="ADAL" clId="{DA797BB2-F189-4808-BF03-EC6D040664BC}" dt="2026-01-09T21:51:49.065" v="81408" actId="20577"/>
          <ac:spMkLst>
            <pc:docMk/>
            <pc:sldMk cId="639912938" sldId="279"/>
            <ac:spMk id="3" creationId="{0C860059-6014-A02B-E4F3-B52185B7C532}"/>
          </ac:spMkLst>
        </pc:spChg>
      </pc:sldChg>
      <pc:sldChg chg="addSp delSp modSp new mod modClrScheme chgLayout">
        <pc:chgData name="Hartman, Lucas" userId="54df504d-6b26-4972-93dd-c21e09d4490b" providerId="ADAL" clId="{DA797BB2-F189-4808-BF03-EC6D040664BC}" dt="2026-01-08T21:12:16.198" v="81370" actId="20577"/>
        <pc:sldMkLst>
          <pc:docMk/>
          <pc:sldMk cId="44912149" sldId="280"/>
        </pc:sldMkLst>
        <pc:spChg chg="mod ord">
          <ac:chgData name="Hartman, Lucas" userId="54df504d-6b26-4972-93dd-c21e09d4490b" providerId="ADAL" clId="{DA797BB2-F189-4808-BF03-EC6D040664BC}" dt="2026-01-08T16:06:57.268" v="66958" actId="700"/>
          <ac:spMkLst>
            <pc:docMk/>
            <pc:sldMk cId="44912149" sldId="280"/>
            <ac:spMk id="2" creationId="{DE87D3C3-6616-B735-D111-485C0425A912}"/>
          </ac:spMkLst>
        </pc:spChg>
        <pc:spChg chg="del mod ord">
          <ac:chgData name="Hartman, Lucas" userId="54df504d-6b26-4972-93dd-c21e09d4490b" providerId="ADAL" clId="{DA797BB2-F189-4808-BF03-EC6D040664BC}" dt="2026-01-08T16:05:53.883" v="66664" actId="700"/>
          <ac:spMkLst>
            <pc:docMk/>
            <pc:sldMk cId="44912149" sldId="280"/>
            <ac:spMk id="3" creationId="{89359B46-C44D-200F-FFF3-A54B6E3E92C3}"/>
          </ac:spMkLst>
        </pc:spChg>
        <pc:spChg chg="add mod ord">
          <ac:chgData name="Hartman, Lucas" userId="54df504d-6b26-4972-93dd-c21e09d4490b" providerId="ADAL" clId="{DA797BB2-F189-4808-BF03-EC6D040664BC}" dt="2026-01-08T21:12:16.198" v="81370" actId="20577"/>
          <ac:spMkLst>
            <pc:docMk/>
            <pc:sldMk cId="44912149" sldId="280"/>
            <ac:spMk id="4" creationId="{3A6D2460-99E3-C116-88A9-E01A0E18FB8A}"/>
          </ac:spMkLst>
        </pc:spChg>
        <pc:spChg chg="add del mod ord">
          <ac:chgData name="Hartman, Lucas" userId="54df504d-6b26-4972-93dd-c21e09d4490b" providerId="ADAL" clId="{DA797BB2-F189-4808-BF03-EC6D040664BC}" dt="2026-01-08T16:06:57.268" v="66958" actId="700"/>
          <ac:spMkLst>
            <pc:docMk/>
            <pc:sldMk cId="44912149" sldId="280"/>
            <ac:spMk id="5" creationId="{17ECEA17-F12E-4944-18AA-DAA66B7B7148}"/>
          </ac:spMkLst>
        </pc:spChg>
      </pc:sldChg>
      <pc:sldChg chg="modSp new mod">
        <pc:chgData name="Hartman, Lucas" userId="54df504d-6b26-4972-93dd-c21e09d4490b" providerId="ADAL" clId="{DA797BB2-F189-4808-BF03-EC6D040664BC}" dt="2026-01-08T21:12:48.931" v="81376" actId="404"/>
        <pc:sldMkLst>
          <pc:docMk/>
          <pc:sldMk cId="1922169562" sldId="281"/>
        </pc:sldMkLst>
        <pc:spChg chg="mod">
          <ac:chgData name="Hartman, Lucas" userId="54df504d-6b26-4972-93dd-c21e09d4490b" providerId="ADAL" clId="{DA797BB2-F189-4808-BF03-EC6D040664BC}" dt="2026-01-08T16:13:23.132" v="67968" actId="20577"/>
          <ac:spMkLst>
            <pc:docMk/>
            <pc:sldMk cId="1922169562" sldId="281"/>
            <ac:spMk id="2" creationId="{4C95A7B6-2D12-F161-C3EA-88B73ED277D5}"/>
          </ac:spMkLst>
        </pc:spChg>
        <pc:spChg chg="mod">
          <ac:chgData name="Hartman, Lucas" userId="54df504d-6b26-4972-93dd-c21e09d4490b" providerId="ADAL" clId="{DA797BB2-F189-4808-BF03-EC6D040664BC}" dt="2026-01-08T21:12:48.931" v="81376" actId="404"/>
          <ac:spMkLst>
            <pc:docMk/>
            <pc:sldMk cId="1922169562" sldId="281"/>
            <ac:spMk id="3" creationId="{5E5F4312-6BB4-58C6-0CAD-F180D0C45DFD}"/>
          </ac:spMkLst>
        </pc:spChg>
        <pc:spChg chg="mod">
          <ac:chgData name="Hartman, Lucas" userId="54df504d-6b26-4972-93dd-c21e09d4490b" providerId="ADAL" clId="{DA797BB2-F189-4808-BF03-EC6D040664BC}" dt="2026-01-08T21:12:37.587" v="81374" actId="14100"/>
          <ac:spMkLst>
            <pc:docMk/>
            <pc:sldMk cId="1922169562" sldId="281"/>
            <ac:spMk id="4" creationId="{795D246B-2B12-573A-A7CD-EA7983659200}"/>
          </ac:spMkLst>
        </pc:spChg>
      </pc:sldChg>
      <pc:sldChg chg="modSp new mod">
        <pc:chgData name="Hartman, Lucas" userId="54df504d-6b26-4972-93dd-c21e09d4490b" providerId="ADAL" clId="{DA797BB2-F189-4808-BF03-EC6D040664BC}" dt="2026-01-08T16:30:37.817" v="70652" actId="20577"/>
        <pc:sldMkLst>
          <pc:docMk/>
          <pc:sldMk cId="3193895096" sldId="282"/>
        </pc:sldMkLst>
        <pc:spChg chg="mod">
          <ac:chgData name="Hartman, Lucas" userId="54df504d-6b26-4972-93dd-c21e09d4490b" providerId="ADAL" clId="{DA797BB2-F189-4808-BF03-EC6D040664BC}" dt="2026-01-08T16:13:35.600" v="67992" actId="20577"/>
          <ac:spMkLst>
            <pc:docMk/>
            <pc:sldMk cId="3193895096" sldId="282"/>
            <ac:spMk id="2" creationId="{B59C73DF-D13D-4AE9-5A73-CEE41189D111}"/>
          </ac:spMkLst>
        </pc:spChg>
        <pc:spChg chg="mod">
          <ac:chgData name="Hartman, Lucas" userId="54df504d-6b26-4972-93dd-c21e09d4490b" providerId="ADAL" clId="{DA797BB2-F189-4808-BF03-EC6D040664BC}" dt="2026-01-08T16:20:17.872" v="69130" actId="20577"/>
          <ac:spMkLst>
            <pc:docMk/>
            <pc:sldMk cId="3193895096" sldId="282"/>
            <ac:spMk id="3" creationId="{F9A33830-8E86-5EFD-EFE1-B18CA7CA4AFF}"/>
          </ac:spMkLst>
        </pc:spChg>
        <pc:spChg chg="mod">
          <ac:chgData name="Hartman, Lucas" userId="54df504d-6b26-4972-93dd-c21e09d4490b" providerId="ADAL" clId="{DA797BB2-F189-4808-BF03-EC6D040664BC}" dt="2026-01-08T16:30:37.817" v="70652" actId="20577"/>
          <ac:spMkLst>
            <pc:docMk/>
            <pc:sldMk cId="3193895096" sldId="282"/>
            <ac:spMk id="4" creationId="{13517B69-AE81-23FD-37FD-B4FF3016BD10}"/>
          </ac:spMkLst>
        </pc:spChg>
      </pc:sldChg>
      <pc:sldChg chg="modSp new mod">
        <pc:chgData name="Hartman, Lucas" userId="54df504d-6b26-4972-93dd-c21e09d4490b" providerId="ADAL" clId="{DA797BB2-F189-4808-BF03-EC6D040664BC}" dt="2026-01-08T16:22:58" v="69852" actId="20577"/>
        <pc:sldMkLst>
          <pc:docMk/>
          <pc:sldMk cId="3749584655" sldId="283"/>
        </pc:sldMkLst>
        <pc:spChg chg="mod">
          <ac:chgData name="Hartman, Lucas" userId="54df504d-6b26-4972-93dd-c21e09d4490b" providerId="ADAL" clId="{DA797BB2-F189-4808-BF03-EC6D040664BC}" dt="2026-01-08T16:20:33.392" v="69148" actId="20577"/>
          <ac:spMkLst>
            <pc:docMk/>
            <pc:sldMk cId="3749584655" sldId="283"/>
            <ac:spMk id="2" creationId="{0C8A1F71-507C-7324-4080-2854C6A4FEC2}"/>
          </ac:spMkLst>
        </pc:spChg>
        <pc:spChg chg="mod">
          <ac:chgData name="Hartman, Lucas" userId="54df504d-6b26-4972-93dd-c21e09d4490b" providerId="ADAL" clId="{DA797BB2-F189-4808-BF03-EC6D040664BC}" dt="2026-01-08T16:22:58" v="69852" actId="20577"/>
          <ac:spMkLst>
            <pc:docMk/>
            <pc:sldMk cId="3749584655" sldId="283"/>
            <ac:spMk id="3" creationId="{2996F372-779C-B7BE-AE55-17CD1D6CD4D5}"/>
          </ac:spMkLst>
        </pc:spChg>
      </pc:sldChg>
      <pc:sldChg chg="modSp new mod">
        <pc:chgData name="Hartman, Lucas" userId="54df504d-6b26-4972-93dd-c21e09d4490b" providerId="ADAL" clId="{DA797BB2-F189-4808-BF03-EC6D040664BC}" dt="2026-01-09T19:05:14.780" v="81377" actId="20577"/>
        <pc:sldMkLst>
          <pc:docMk/>
          <pc:sldMk cId="226808165" sldId="284"/>
        </pc:sldMkLst>
        <pc:spChg chg="mod">
          <ac:chgData name="Hartman, Lucas" userId="54df504d-6b26-4972-93dd-c21e09d4490b" providerId="ADAL" clId="{DA797BB2-F189-4808-BF03-EC6D040664BC}" dt="2026-01-08T16:27:39.608" v="69884" actId="20577"/>
          <ac:spMkLst>
            <pc:docMk/>
            <pc:sldMk cId="226808165" sldId="284"/>
            <ac:spMk id="2" creationId="{8AC53C7B-FBEE-AF85-8139-EC3187B394C1}"/>
          </ac:spMkLst>
        </pc:spChg>
        <pc:spChg chg="mod">
          <ac:chgData name="Hartman, Lucas" userId="54df504d-6b26-4972-93dd-c21e09d4490b" providerId="ADAL" clId="{DA797BB2-F189-4808-BF03-EC6D040664BC}" dt="2026-01-09T19:05:14.780" v="81377" actId="20577"/>
          <ac:spMkLst>
            <pc:docMk/>
            <pc:sldMk cId="226808165" sldId="284"/>
            <ac:spMk id="3" creationId="{DD394182-E313-2EDF-52D4-9E76B647134D}"/>
          </ac:spMkLst>
        </pc:spChg>
      </pc:sldChg>
      <pc:sldChg chg="addSp delSp modSp new mod modClrScheme chgLayout">
        <pc:chgData name="Hartman, Lucas" userId="54df504d-6b26-4972-93dd-c21e09d4490b" providerId="ADAL" clId="{DA797BB2-F189-4808-BF03-EC6D040664BC}" dt="2026-01-08T16:35:43.760" v="71024" actId="20577"/>
        <pc:sldMkLst>
          <pc:docMk/>
          <pc:sldMk cId="2536666153" sldId="285"/>
        </pc:sldMkLst>
        <pc:spChg chg="mod ord">
          <ac:chgData name="Hartman, Lucas" userId="54df504d-6b26-4972-93dd-c21e09d4490b" providerId="ADAL" clId="{DA797BB2-F189-4808-BF03-EC6D040664BC}" dt="2026-01-08T16:33:10.109" v="70674" actId="700"/>
          <ac:spMkLst>
            <pc:docMk/>
            <pc:sldMk cId="2536666153" sldId="285"/>
            <ac:spMk id="2" creationId="{AB025010-7961-5539-DFD2-66FA98DFC8F4}"/>
          </ac:spMkLst>
        </pc:spChg>
        <pc:spChg chg="del mod ord">
          <ac:chgData name="Hartman, Lucas" userId="54df504d-6b26-4972-93dd-c21e09d4490b" providerId="ADAL" clId="{DA797BB2-F189-4808-BF03-EC6D040664BC}" dt="2026-01-08T16:33:10.109" v="70674" actId="700"/>
          <ac:spMkLst>
            <pc:docMk/>
            <pc:sldMk cId="2536666153" sldId="285"/>
            <ac:spMk id="3" creationId="{8B4DC00D-261A-476D-5EA9-EE345C11CC1B}"/>
          </ac:spMkLst>
        </pc:spChg>
        <pc:spChg chg="add mod ord">
          <ac:chgData name="Hartman, Lucas" userId="54df504d-6b26-4972-93dd-c21e09d4490b" providerId="ADAL" clId="{DA797BB2-F189-4808-BF03-EC6D040664BC}" dt="2026-01-08T16:35:43.760" v="71024" actId="20577"/>
          <ac:spMkLst>
            <pc:docMk/>
            <pc:sldMk cId="2536666153" sldId="285"/>
            <ac:spMk id="4" creationId="{77B1D686-B6F3-E0BD-1933-EFFF422EAEF3}"/>
          </ac:spMkLst>
        </pc:spChg>
        <pc:spChg chg="add mod ord">
          <ac:chgData name="Hartman, Lucas" userId="54df504d-6b26-4972-93dd-c21e09d4490b" providerId="ADAL" clId="{DA797BB2-F189-4808-BF03-EC6D040664BC}" dt="2026-01-08T16:35:40.323" v="71002" actId="27636"/>
          <ac:spMkLst>
            <pc:docMk/>
            <pc:sldMk cId="2536666153" sldId="285"/>
            <ac:spMk id="5" creationId="{E7C03C9F-68A5-46E4-28FD-752FCB97560A}"/>
          </ac:spMkLst>
        </pc:spChg>
      </pc:sldChg>
      <pc:sldChg chg="addSp delSp modSp new mod modClrScheme chgLayout">
        <pc:chgData name="Hartman, Lucas" userId="54df504d-6b26-4972-93dd-c21e09d4490b" providerId="ADAL" clId="{DA797BB2-F189-4808-BF03-EC6D040664BC}" dt="2026-01-09T19:06:03.716" v="81379" actId="20577"/>
        <pc:sldMkLst>
          <pc:docMk/>
          <pc:sldMk cId="4114474481" sldId="286"/>
        </pc:sldMkLst>
        <pc:spChg chg="del mod ord">
          <ac:chgData name="Hartman, Lucas" userId="54df504d-6b26-4972-93dd-c21e09d4490b" providerId="ADAL" clId="{DA797BB2-F189-4808-BF03-EC6D040664BC}" dt="2026-01-08T16:36:26.887" v="71026" actId="700"/>
          <ac:spMkLst>
            <pc:docMk/>
            <pc:sldMk cId="4114474481" sldId="286"/>
            <ac:spMk id="2" creationId="{3F6C1A14-F2D0-733D-D0A8-05231EEF83CA}"/>
          </ac:spMkLst>
        </pc:spChg>
        <pc:spChg chg="del mod ord">
          <ac:chgData name="Hartman, Lucas" userId="54df504d-6b26-4972-93dd-c21e09d4490b" providerId="ADAL" clId="{DA797BB2-F189-4808-BF03-EC6D040664BC}" dt="2026-01-08T16:36:26.887" v="71026" actId="700"/>
          <ac:spMkLst>
            <pc:docMk/>
            <pc:sldMk cId="4114474481" sldId="286"/>
            <ac:spMk id="3" creationId="{67DDF4F5-691F-81D9-5723-A77DB7E05E2E}"/>
          </ac:spMkLst>
        </pc:spChg>
        <pc:spChg chg="add mod ord">
          <ac:chgData name="Hartman, Lucas" userId="54df504d-6b26-4972-93dd-c21e09d4490b" providerId="ADAL" clId="{DA797BB2-F189-4808-BF03-EC6D040664BC}" dt="2026-01-08T16:36:30.034" v="71043" actId="20577"/>
          <ac:spMkLst>
            <pc:docMk/>
            <pc:sldMk cId="4114474481" sldId="286"/>
            <ac:spMk id="4" creationId="{37D8AC5F-33FF-0263-4AA0-6BEBE79B0CA5}"/>
          </ac:spMkLst>
        </pc:spChg>
        <pc:spChg chg="add mod ord">
          <ac:chgData name="Hartman, Lucas" userId="54df504d-6b26-4972-93dd-c21e09d4490b" providerId="ADAL" clId="{DA797BB2-F189-4808-BF03-EC6D040664BC}" dt="2026-01-09T19:06:03.716" v="81379" actId="20577"/>
          <ac:spMkLst>
            <pc:docMk/>
            <pc:sldMk cId="4114474481" sldId="286"/>
            <ac:spMk id="5" creationId="{630E18DA-F953-08C7-F2C5-06D424CA55EF}"/>
          </ac:spMkLst>
        </pc:spChg>
        <pc:spChg chg="add mod ord">
          <ac:chgData name="Hartman, Lucas" userId="54df504d-6b26-4972-93dd-c21e09d4490b" providerId="ADAL" clId="{DA797BB2-F189-4808-BF03-EC6D040664BC}" dt="2026-01-08T18:25:11.329" v="71525" actId="1076"/>
          <ac:spMkLst>
            <pc:docMk/>
            <pc:sldMk cId="4114474481" sldId="286"/>
            <ac:spMk id="6" creationId="{422DCF88-A3FA-9737-852E-7D0E6B7620E6}"/>
          </ac:spMkLst>
        </pc:spChg>
      </pc:sldChg>
      <pc:sldChg chg="modSp new mod">
        <pc:chgData name="Hartman, Lucas" userId="54df504d-6b26-4972-93dd-c21e09d4490b" providerId="ADAL" clId="{DA797BB2-F189-4808-BF03-EC6D040664BC}" dt="2026-01-08T18:31:45.546" v="72010" actId="1076"/>
        <pc:sldMkLst>
          <pc:docMk/>
          <pc:sldMk cId="1172748093" sldId="287"/>
        </pc:sldMkLst>
        <pc:spChg chg="mod">
          <ac:chgData name="Hartman, Lucas" userId="54df504d-6b26-4972-93dd-c21e09d4490b" providerId="ADAL" clId="{DA797BB2-F189-4808-BF03-EC6D040664BC}" dt="2026-01-08T16:36:41.241" v="71078" actId="20577"/>
          <ac:spMkLst>
            <pc:docMk/>
            <pc:sldMk cId="1172748093" sldId="287"/>
            <ac:spMk id="2" creationId="{DA8C7EDF-CBFF-53F2-245F-26E6A4D379DA}"/>
          </ac:spMkLst>
        </pc:spChg>
        <pc:spChg chg="mod">
          <ac:chgData name="Hartman, Lucas" userId="54df504d-6b26-4972-93dd-c21e09d4490b" providerId="ADAL" clId="{DA797BB2-F189-4808-BF03-EC6D040664BC}" dt="2026-01-08T18:27:45.739" v="71958" actId="1076"/>
          <ac:spMkLst>
            <pc:docMk/>
            <pc:sldMk cId="1172748093" sldId="287"/>
            <ac:spMk id="3" creationId="{C1134D89-A1A5-969E-5572-97770349AD55}"/>
          </ac:spMkLst>
        </pc:spChg>
        <pc:spChg chg="mod">
          <ac:chgData name="Hartman, Lucas" userId="54df504d-6b26-4972-93dd-c21e09d4490b" providerId="ADAL" clId="{DA797BB2-F189-4808-BF03-EC6D040664BC}" dt="2026-01-08T18:31:45.546" v="72010" actId="1076"/>
          <ac:spMkLst>
            <pc:docMk/>
            <pc:sldMk cId="1172748093" sldId="287"/>
            <ac:spMk id="4" creationId="{A16B8F5F-4864-DCC5-5AC0-34D17DABDF07}"/>
          </ac:spMkLst>
        </pc:spChg>
      </pc:sldChg>
      <pc:sldChg chg="modSp new mod">
        <pc:chgData name="Hartman, Lucas" userId="54df504d-6b26-4972-93dd-c21e09d4490b" providerId="ADAL" clId="{DA797BB2-F189-4808-BF03-EC6D040664BC}" dt="2026-01-08T18:43:02.938" v="72745" actId="14100"/>
        <pc:sldMkLst>
          <pc:docMk/>
          <pc:sldMk cId="3631442956" sldId="288"/>
        </pc:sldMkLst>
        <pc:spChg chg="mod">
          <ac:chgData name="Hartman, Lucas" userId="54df504d-6b26-4972-93dd-c21e09d4490b" providerId="ADAL" clId="{DA797BB2-F189-4808-BF03-EC6D040664BC}" dt="2026-01-08T16:36:59.296" v="71111" actId="20577"/>
          <ac:spMkLst>
            <pc:docMk/>
            <pc:sldMk cId="3631442956" sldId="288"/>
            <ac:spMk id="2" creationId="{2E527B99-1708-E440-03D2-06F87BDDC49A}"/>
          </ac:spMkLst>
        </pc:spChg>
        <pc:spChg chg="mod">
          <ac:chgData name="Hartman, Lucas" userId="54df504d-6b26-4972-93dd-c21e09d4490b" providerId="ADAL" clId="{DA797BB2-F189-4808-BF03-EC6D040664BC}" dt="2026-01-08T18:42:58.106" v="72743" actId="1076"/>
          <ac:spMkLst>
            <pc:docMk/>
            <pc:sldMk cId="3631442956" sldId="288"/>
            <ac:spMk id="3" creationId="{E8400E06-E9BD-3E7C-F6A6-F29FF96E6EB3}"/>
          </ac:spMkLst>
        </pc:spChg>
        <pc:spChg chg="mod">
          <ac:chgData name="Hartman, Lucas" userId="54df504d-6b26-4972-93dd-c21e09d4490b" providerId="ADAL" clId="{DA797BB2-F189-4808-BF03-EC6D040664BC}" dt="2026-01-08T18:43:02.938" v="72745" actId="14100"/>
          <ac:spMkLst>
            <pc:docMk/>
            <pc:sldMk cId="3631442956" sldId="288"/>
            <ac:spMk id="4" creationId="{7D0DFAEE-BA66-4F70-1567-FDA8C423D448}"/>
          </ac:spMkLst>
        </pc:spChg>
      </pc:sldChg>
      <pc:sldChg chg="modSp new add del mod">
        <pc:chgData name="Hartman, Lucas" userId="54df504d-6b26-4972-93dd-c21e09d4490b" providerId="ADAL" clId="{DA797BB2-F189-4808-BF03-EC6D040664BC}" dt="2026-01-09T19:08:40.572" v="81380" actId="20577"/>
        <pc:sldMkLst>
          <pc:docMk/>
          <pc:sldMk cId="1910116658" sldId="289"/>
        </pc:sldMkLst>
        <pc:spChg chg="mod">
          <ac:chgData name="Hartman, Lucas" userId="54df504d-6b26-4972-93dd-c21e09d4490b" providerId="ADAL" clId="{DA797BB2-F189-4808-BF03-EC6D040664BC}" dt="2026-01-08T16:37:50.041" v="71150" actId="20577"/>
          <ac:spMkLst>
            <pc:docMk/>
            <pc:sldMk cId="1910116658" sldId="289"/>
            <ac:spMk id="2" creationId="{8474F712-5FDF-1C94-70A7-FBCA8100B3F7}"/>
          </ac:spMkLst>
        </pc:spChg>
        <pc:spChg chg="mod">
          <ac:chgData name="Hartman, Lucas" userId="54df504d-6b26-4972-93dd-c21e09d4490b" providerId="ADAL" clId="{DA797BB2-F189-4808-BF03-EC6D040664BC}" dt="2026-01-09T19:08:40.572" v="81380" actId="20577"/>
          <ac:spMkLst>
            <pc:docMk/>
            <pc:sldMk cId="1910116658" sldId="289"/>
            <ac:spMk id="3" creationId="{CBA706B7-D1AF-C9F5-630D-7AF2A5963481}"/>
          </ac:spMkLst>
        </pc:spChg>
      </pc:sldChg>
      <pc:sldChg chg="modSp new mod">
        <pc:chgData name="Hartman, Lucas" userId="54df504d-6b26-4972-93dd-c21e09d4490b" providerId="ADAL" clId="{DA797BB2-F189-4808-BF03-EC6D040664BC}" dt="2026-01-09T20:16:02.709" v="81381" actId="20577"/>
        <pc:sldMkLst>
          <pc:docMk/>
          <pc:sldMk cId="2104160654" sldId="290"/>
        </pc:sldMkLst>
        <pc:spChg chg="mod">
          <ac:chgData name="Hartman, Lucas" userId="54df504d-6b26-4972-93dd-c21e09d4490b" providerId="ADAL" clId="{DA797BB2-F189-4808-BF03-EC6D040664BC}" dt="2026-01-08T18:52:27.959" v="73075" actId="20577"/>
          <ac:spMkLst>
            <pc:docMk/>
            <pc:sldMk cId="2104160654" sldId="290"/>
            <ac:spMk id="2" creationId="{246161DC-161B-CE7F-6A3D-ED093B7E4F25}"/>
          </ac:spMkLst>
        </pc:spChg>
        <pc:spChg chg="mod">
          <ac:chgData name="Hartman, Lucas" userId="54df504d-6b26-4972-93dd-c21e09d4490b" providerId="ADAL" clId="{DA797BB2-F189-4808-BF03-EC6D040664BC}" dt="2026-01-09T20:16:02.709" v="81381" actId="20577"/>
          <ac:spMkLst>
            <pc:docMk/>
            <pc:sldMk cId="2104160654" sldId="290"/>
            <ac:spMk id="3" creationId="{9F6279FE-C6EC-E18D-CEFC-D770967FBD8A}"/>
          </ac:spMkLst>
        </pc:spChg>
        <pc:spChg chg="mod">
          <ac:chgData name="Hartman, Lucas" userId="54df504d-6b26-4972-93dd-c21e09d4490b" providerId="ADAL" clId="{DA797BB2-F189-4808-BF03-EC6D040664BC}" dt="2026-01-08T18:54:40.374" v="73671" actId="14100"/>
          <ac:spMkLst>
            <pc:docMk/>
            <pc:sldMk cId="2104160654" sldId="290"/>
            <ac:spMk id="4" creationId="{F2D709E9-18C2-F64E-1D7F-C289C03B4121}"/>
          </ac:spMkLst>
        </pc:spChg>
      </pc:sldChg>
      <pc:sldChg chg="modSp new mod">
        <pc:chgData name="Hartman, Lucas" userId="54df504d-6b26-4972-93dd-c21e09d4490b" providerId="ADAL" clId="{DA797BB2-F189-4808-BF03-EC6D040664BC}" dt="2026-01-08T18:58:35.402" v="74211" actId="1076"/>
        <pc:sldMkLst>
          <pc:docMk/>
          <pc:sldMk cId="2574904368" sldId="291"/>
        </pc:sldMkLst>
        <pc:spChg chg="mod">
          <ac:chgData name="Hartman, Lucas" userId="54df504d-6b26-4972-93dd-c21e09d4490b" providerId="ADAL" clId="{DA797BB2-F189-4808-BF03-EC6D040664BC}" dt="2026-01-08T18:54:52.709" v="73701" actId="20577"/>
          <ac:spMkLst>
            <pc:docMk/>
            <pc:sldMk cId="2574904368" sldId="291"/>
            <ac:spMk id="2" creationId="{A2B8252B-2D9A-0742-8362-731F161D0949}"/>
          </ac:spMkLst>
        </pc:spChg>
        <pc:spChg chg="mod">
          <ac:chgData name="Hartman, Lucas" userId="54df504d-6b26-4972-93dd-c21e09d4490b" providerId="ADAL" clId="{DA797BB2-F189-4808-BF03-EC6D040664BC}" dt="2026-01-08T18:58:08.306" v="74203" actId="1076"/>
          <ac:spMkLst>
            <pc:docMk/>
            <pc:sldMk cId="2574904368" sldId="291"/>
            <ac:spMk id="3" creationId="{9EEFD109-0A70-9BE3-77AB-65D08B72F128}"/>
          </ac:spMkLst>
        </pc:spChg>
        <pc:spChg chg="mod">
          <ac:chgData name="Hartman, Lucas" userId="54df504d-6b26-4972-93dd-c21e09d4490b" providerId="ADAL" clId="{DA797BB2-F189-4808-BF03-EC6D040664BC}" dt="2026-01-08T18:58:35.402" v="74211" actId="1076"/>
          <ac:spMkLst>
            <pc:docMk/>
            <pc:sldMk cId="2574904368" sldId="291"/>
            <ac:spMk id="4" creationId="{4F7F5365-B29D-1CE9-B936-0765FE0BFA10}"/>
          </ac:spMkLst>
        </pc:spChg>
      </pc:sldChg>
      <pc:sldChg chg="modSp new mod">
        <pc:chgData name="Hartman, Lucas" userId="54df504d-6b26-4972-93dd-c21e09d4490b" providerId="ADAL" clId="{DA797BB2-F189-4808-BF03-EC6D040664BC}" dt="2026-01-08T19:06:11.234" v="74772" actId="1076"/>
        <pc:sldMkLst>
          <pc:docMk/>
          <pc:sldMk cId="566614051" sldId="292"/>
        </pc:sldMkLst>
        <pc:spChg chg="mod">
          <ac:chgData name="Hartman, Lucas" userId="54df504d-6b26-4972-93dd-c21e09d4490b" providerId="ADAL" clId="{DA797BB2-F189-4808-BF03-EC6D040664BC}" dt="2026-01-08T18:58:57.457" v="74243" actId="20577"/>
          <ac:spMkLst>
            <pc:docMk/>
            <pc:sldMk cId="566614051" sldId="292"/>
            <ac:spMk id="2" creationId="{8B7B9120-BB5D-AAFE-F0C8-3E75A29B5831}"/>
          </ac:spMkLst>
        </pc:spChg>
        <pc:spChg chg="mod">
          <ac:chgData name="Hartman, Lucas" userId="54df504d-6b26-4972-93dd-c21e09d4490b" providerId="ADAL" clId="{DA797BB2-F189-4808-BF03-EC6D040664BC}" dt="2026-01-08T19:06:03.538" v="74771" actId="1076"/>
          <ac:spMkLst>
            <pc:docMk/>
            <pc:sldMk cId="566614051" sldId="292"/>
            <ac:spMk id="3" creationId="{82EE40A5-6B32-24FD-4F22-9BDED48D09BF}"/>
          </ac:spMkLst>
        </pc:spChg>
        <pc:spChg chg="mod">
          <ac:chgData name="Hartman, Lucas" userId="54df504d-6b26-4972-93dd-c21e09d4490b" providerId="ADAL" clId="{DA797BB2-F189-4808-BF03-EC6D040664BC}" dt="2026-01-08T19:06:11.234" v="74772" actId="1076"/>
          <ac:spMkLst>
            <pc:docMk/>
            <pc:sldMk cId="566614051" sldId="292"/>
            <ac:spMk id="4" creationId="{E80C8F42-FB64-CC3C-E9F2-1537CF0E339F}"/>
          </ac:spMkLst>
        </pc:spChg>
      </pc:sldChg>
      <pc:sldChg chg="addSp delSp modSp new mod modClrScheme chgLayout">
        <pc:chgData name="Hartman, Lucas" userId="54df504d-6b26-4972-93dd-c21e09d4490b" providerId="ADAL" clId="{DA797BB2-F189-4808-BF03-EC6D040664BC}" dt="2026-01-08T20:26:25.435" v="76362" actId="20577"/>
        <pc:sldMkLst>
          <pc:docMk/>
          <pc:sldMk cId="3145705734" sldId="293"/>
        </pc:sldMkLst>
        <pc:spChg chg="del mod ord">
          <ac:chgData name="Hartman, Lucas" userId="54df504d-6b26-4972-93dd-c21e09d4490b" providerId="ADAL" clId="{DA797BB2-F189-4808-BF03-EC6D040664BC}" dt="2026-01-08T19:06:19.715" v="74774" actId="700"/>
          <ac:spMkLst>
            <pc:docMk/>
            <pc:sldMk cId="3145705734" sldId="293"/>
            <ac:spMk id="2" creationId="{3989B051-3A33-05D4-A379-2FB2AD2123BB}"/>
          </ac:spMkLst>
        </pc:spChg>
        <pc:spChg chg="del mod ord">
          <ac:chgData name="Hartman, Lucas" userId="54df504d-6b26-4972-93dd-c21e09d4490b" providerId="ADAL" clId="{DA797BB2-F189-4808-BF03-EC6D040664BC}" dt="2026-01-08T19:06:19.715" v="74774" actId="700"/>
          <ac:spMkLst>
            <pc:docMk/>
            <pc:sldMk cId="3145705734" sldId="293"/>
            <ac:spMk id="3" creationId="{C3D37441-4B50-E357-6A58-FDAC6E70DAE6}"/>
          </ac:spMkLst>
        </pc:spChg>
        <pc:spChg chg="add mod ord">
          <ac:chgData name="Hartman, Lucas" userId="54df504d-6b26-4972-93dd-c21e09d4490b" providerId="ADAL" clId="{DA797BB2-F189-4808-BF03-EC6D040664BC}" dt="2026-01-08T20:26:25.435" v="76362" actId="20577"/>
          <ac:spMkLst>
            <pc:docMk/>
            <pc:sldMk cId="3145705734" sldId="293"/>
            <ac:spMk id="4" creationId="{126B775C-395B-8B28-EC1B-CCB7D8323033}"/>
          </ac:spMkLst>
        </pc:spChg>
        <pc:spChg chg="add mod ord">
          <ac:chgData name="Hartman, Lucas" userId="54df504d-6b26-4972-93dd-c21e09d4490b" providerId="ADAL" clId="{DA797BB2-F189-4808-BF03-EC6D040664BC}" dt="2026-01-08T20:26:14.097" v="76358" actId="20577"/>
          <ac:spMkLst>
            <pc:docMk/>
            <pc:sldMk cId="3145705734" sldId="293"/>
            <ac:spMk id="5" creationId="{14369CC4-CCE6-AF0F-1DAE-DE3DFA5BC5EB}"/>
          </ac:spMkLst>
        </pc:spChg>
        <pc:spChg chg="add mod ord">
          <ac:chgData name="Hartman, Lucas" userId="54df504d-6b26-4972-93dd-c21e09d4490b" providerId="ADAL" clId="{DA797BB2-F189-4808-BF03-EC6D040664BC}" dt="2026-01-08T20:25:24.149" v="76301" actId="255"/>
          <ac:spMkLst>
            <pc:docMk/>
            <pc:sldMk cId="3145705734" sldId="293"/>
            <ac:spMk id="6" creationId="{C353AD79-F165-4E47-A218-8DCA9DE2B376}"/>
          </ac:spMkLst>
        </pc:spChg>
      </pc:sldChg>
      <pc:sldChg chg="modSp new mod">
        <pc:chgData name="Hartman, Lucas" userId="54df504d-6b26-4972-93dd-c21e09d4490b" providerId="ADAL" clId="{DA797BB2-F189-4808-BF03-EC6D040664BC}" dt="2026-01-08T20:40:04.122" v="77886" actId="20577"/>
        <pc:sldMkLst>
          <pc:docMk/>
          <pc:sldMk cId="1938582220" sldId="294"/>
        </pc:sldMkLst>
        <pc:spChg chg="mod">
          <ac:chgData name="Hartman, Lucas" userId="54df504d-6b26-4972-93dd-c21e09d4490b" providerId="ADAL" clId="{DA797BB2-F189-4808-BF03-EC6D040664BC}" dt="2026-01-08T19:11:31.090" v="75711" actId="20577"/>
          <ac:spMkLst>
            <pc:docMk/>
            <pc:sldMk cId="1938582220" sldId="294"/>
            <ac:spMk id="2" creationId="{D9B06FAD-65E1-16B6-1D58-87477657D865}"/>
          </ac:spMkLst>
        </pc:spChg>
        <pc:spChg chg="mod">
          <ac:chgData name="Hartman, Lucas" userId="54df504d-6b26-4972-93dd-c21e09d4490b" providerId="ADAL" clId="{DA797BB2-F189-4808-BF03-EC6D040664BC}" dt="2026-01-08T20:40:04.122" v="77886" actId="20577"/>
          <ac:spMkLst>
            <pc:docMk/>
            <pc:sldMk cId="1938582220" sldId="294"/>
            <ac:spMk id="3" creationId="{E5B70C6E-706B-200A-693D-361282B88536}"/>
          </ac:spMkLst>
        </pc:spChg>
        <pc:spChg chg="mod">
          <ac:chgData name="Hartman, Lucas" userId="54df504d-6b26-4972-93dd-c21e09d4490b" providerId="ADAL" clId="{DA797BB2-F189-4808-BF03-EC6D040664BC}" dt="2026-01-08T20:30:39.475" v="76953" actId="255"/>
          <ac:spMkLst>
            <pc:docMk/>
            <pc:sldMk cId="1938582220" sldId="294"/>
            <ac:spMk id="4" creationId="{5E6F219A-B744-9EC5-3E1D-A0BD7DEF738E}"/>
          </ac:spMkLst>
        </pc:spChg>
      </pc:sldChg>
      <pc:sldChg chg="modSp new mod">
        <pc:chgData name="Hartman, Lucas" userId="54df504d-6b26-4972-93dd-c21e09d4490b" providerId="ADAL" clId="{DA797BB2-F189-4808-BF03-EC6D040664BC}" dt="2026-01-09T20:23:47.418" v="81382" actId="14100"/>
        <pc:sldMkLst>
          <pc:docMk/>
          <pc:sldMk cId="3742757919" sldId="295"/>
        </pc:sldMkLst>
        <pc:spChg chg="mod">
          <ac:chgData name="Hartman, Lucas" userId="54df504d-6b26-4972-93dd-c21e09d4490b" providerId="ADAL" clId="{DA797BB2-F189-4808-BF03-EC6D040664BC}" dt="2026-01-08T20:26:32.659" v="76402" actId="20577"/>
          <ac:spMkLst>
            <pc:docMk/>
            <pc:sldMk cId="3742757919" sldId="295"/>
            <ac:spMk id="2" creationId="{42C68FD1-C6E8-0DC2-82E8-8F08420DE109}"/>
          </ac:spMkLst>
        </pc:spChg>
        <pc:spChg chg="mod">
          <ac:chgData name="Hartman, Lucas" userId="54df504d-6b26-4972-93dd-c21e09d4490b" providerId="ADAL" clId="{DA797BB2-F189-4808-BF03-EC6D040664BC}" dt="2026-01-08T20:38:31.338" v="77689" actId="2711"/>
          <ac:spMkLst>
            <pc:docMk/>
            <pc:sldMk cId="3742757919" sldId="295"/>
            <ac:spMk id="3" creationId="{48898EB7-81B4-91E7-AC54-87706FC9C56C}"/>
          </ac:spMkLst>
        </pc:spChg>
        <pc:spChg chg="mod">
          <ac:chgData name="Hartman, Lucas" userId="54df504d-6b26-4972-93dd-c21e09d4490b" providerId="ADAL" clId="{DA797BB2-F189-4808-BF03-EC6D040664BC}" dt="2026-01-09T20:23:47.418" v="81382" actId="14100"/>
          <ac:spMkLst>
            <pc:docMk/>
            <pc:sldMk cId="3742757919" sldId="295"/>
            <ac:spMk id="4" creationId="{0211392B-0C8E-27B9-C801-98B650EBDF3F}"/>
          </ac:spMkLst>
        </pc:spChg>
      </pc:sldChg>
      <pc:sldChg chg="modSp new mod">
        <pc:chgData name="Hartman, Lucas" userId="54df504d-6b26-4972-93dd-c21e09d4490b" providerId="ADAL" clId="{DA797BB2-F189-4808-BF03-EC6D040664BC}" dt="2026-01-09T20:27:55.038" v="81383" actId="1076"/>
        <pc:sldMkLst>
          <pc:docMk/>
          <pc:sldMk cId="1858078364" sldId="296"/>
        </pc:sldMkLst>
        <pc:spChg chg="mod">
          <ac:chgData name="Hartman, Lucas" userId="54df504d-6b26-4972-93dd-c21e09d4490b" providerId="ADAL" clId="{DA797BB2-F189-4808-BF03-EC6D040664BC}" dt="2026-01-08T20:31:57.277" v="77271" actId="20577"/>
          <ac:spMkLst>
            <pc:docMk/>
            <pc:sldMk cId="1858078364" sldId="296"/>
            <ac:spMk id="2" creationId="{1F290399-B8B2-32A6-E55C-AA88FBE41730}"/>
          </ac:spMkLst>
        </pc:spChg>
        <pc:spChg chg="mod">
          <ac:chgData name="Hartman, Lucas" userId="54df504d-6b26-4972-93dd-c21e09d4490b" providerId="ADAL" clId="{DA797BB2-F189-4808-BF03-EC6D040664BC}" dt="2026-01-08T20:40:17.509" v="77887" actId="2711"/>
          <ac:spMkLst>
            <pc:docMk/>
            <pc:sldMk cId="1858078364" sldId="296"/>
            <ac:spMk id="3" creationId="{889C2565-017A-023D-295C-8E843D418C39}"/>
          </ac:spMkLst>
        </pc:spChg>
        <pc:spChg chg="mod">
          <ac:chgData name="Hartman, Lucas" userId="54df504d-6b26-4972-93dd-c21e09d4490b" providerId="ADAL" clId="{DA797BB2-F189-4808-BF03-EC6D040664BC}" dt="2026-01-09T20:27:55.038" v="81383" actId="1076"/>
          <ac:spMkLst>
            <pc:docMk/>
            <pc:sldMk cId="1858078364" sldId="296"/>
            <ac:spMk id="4" creationId="{D2C6BE52-F46A-9548-7201-679642DCDA43}"/>
          </ac:spMkLst>
        </pc:spChg>
      </pc:sldChg>
      <pc:sldChg chg="modSp new mod">
        <pc:chgData name="Hartman, Lucas" userId="54df504d-6b26-4972-93dd-c21e09d4490b" providerId="ADAL" clId="{DA797BB2-F189-4808-BF03-EC6D040664BC}" dt="2026-01-09T21:43:34.222" v="81388" actId="20577"/>
        <pc:sldMkLst>
          <pc:docMk/>
          <pc:sldMk cId="2570886623" sldId="297"/>
        </pc:sldMkLst>
        <pc:spChg chg="mod">
          <ac:chgData name="Hartman, Lucas" userId="54df504d-6b26-4972-93dd-c21e09d4490b" providerId="ADAL" clId="{DA797BB2-F189-4808-BF03-EC6D040664BC}" dt="2026-01-08T20:40:54.086" v="77916" actId="20577"/>
          <ac:spMkLst>
            <pc:docMk/>
            <pc:sldMk cId="2570886623" sldId="297"/>
            <ac:spMk id="2" creationId="{2586018D-20F6-F728-B21D-E29DE450C402}"/>
          </ac:spMkLst>
        </pc:spChg>
        <pc:spChg chg="mod">
          <ac:chgData name="Hartman, Lucas" userId="54df504d-6b26-4972-93dd-c21e09d4490b" providerId="ADAL" clId="{DA797BB2-F189-4808-BF03-EC6D040664BC}" dt="2026-01-09T21:43:34.222" v="81388" actId="20577"/>
          <ac:spMkLst>
            <pc:docMk/>
            <pc:sldMk cId="2570886623" sldId="297"/>
            <ac:spMk id="3" creationId="{1C39C0E4-4E59-265D-5281-51E0B8736895}"/>
          </ac:spMkLst>
        </pc:spChg>
      </pc:sldChg>
      <pc:sldChg chg="modSp new mod">
        <pc:chgData name="Hartman, Lucas" userId="54df504d-6b26-4972-93dd-c21e09d4490b" providerId="ADAL" clId="{DA797BB2-F189-4808-BF03-EC6D040664BC}" dt="2026-01-09T21:44:10.287" v="81390" actId="20577"/>
        <pc:sldMkLst>
          <pc:docMk/>
          <pc:sldMk cId="2602465337" sldId="298"/>
        </pc:sldMkLst>
        <pc:spChg chg="mod">
          <ac:chgData name="Hartman, Lucas" userId="54df504d-6b26-4972-93dd-c21e09d4490b" providerId="ADAL" clId="{DA797BB2-F189-4808-BF03-EC6D040664BC}" dt="2026-01-08T20:44:38.549" v="78946" actId="20577"/>
          <ac:spMkLst>
            <pc:docMk/>
            <pc:sldMk cId="2602465337" sldId="298"/>
            <ac:spMk id="2" creationId="{E7CFF67C-E677-9F34-8972-EBB78134FD47}"/>
          </ac:spMkLst>
        </pc:spChg>
        <pc:spChg chg="mod">
          <ac:chgData name="Hartman, Lucas" userId="54df504d-6b26-4972-93dd-c21e09d4490b" providerId="ADAL" clId="{DA797BB2-F189-4808-BF03-EC6D040664BC}" dt="2026-01-09T21:44:10.287" v="81390" actId="20577"/>
          <ac:spMkLst>
            <pc:docMk/>
            <pc:sldMk cId="2602465337" sldId="298"/>
            <ac:spMk id="3" creationId="{9F46B0AA-75D1-F402-BBF5-6038CD76BE65}"/>
          </ac:spMkLst>
        </pc:spChg>
        <pc:spChg chg="mod">
          <ac:chgData name="Hartman, Lucas" userId="54df504d-6b26-4972-93dd-c21e09d4490b" providerId="ADAL" clId="{DA797BB2-F189-4808-BF03-EC6D040664BC}" dt="2026-01-08T20:46:35.499" v="79260" actId="255"/>
          <ac:spMkLst>
            <pc:docMk/>
            <pc:sldMk cId="2602465337" sldId="298"/>
            <ac:spMk id="4" creationId="{CD3A1681-14FA-E0F6-2F15-0E585FB2B2C5}"/>
          </ac:spMkLst>
        </pc:spChg>
      </pc:sldChg>
      <pc:sldChg chg="modSp new mod">
        <pc:chgData name="Hartman, Lucas" userId="54df504d-6b26-4972-93dd-c21e09d4490b" providerId="ADAL" clId="{DA797BB2-F189-4808-BF03-EC6D040664BC}" dt="2026-01-08T20:50:04.729" v="79751" actId="20577"/>
        <pc:sldMkLst>
          <pc:docMk/>
          <pc:sldMk cId="126394086" sldId="299"/>
        </pc:sldMkLst>
        <pc:spChg chg="mod">
          <ac:chgData name="Hartman, Lucas" userId="54df504d-6b26-4972-93dd-c21e09d4490b" providerId="ADAL" clId="{DA797BB2-F189-4808-BF03-EC6D040664BC}" dt="2026-01-08T20:46:50.804" v="79293" actId="20577"/>
          <ac:spMkLst>
            <pc:docMk/>
            <pc:sldMk cId="126394086" sldId="299"/>
            <ac:spMk id="2" creationId="{D9F98345-591C-B141-5415-1DDAED0CBE2D}"/>
          </ac:spMkLst>
        </pc:spChg>
        <pc:spChg chg="mod">
          <ac:chgData name="Hartman, Lucas" userId="54df504d-6b26-4972-93dd-c21e09d4490b" providerId="ADAL" clId="{DA797BB2-F189-4808-BF03-EC6D040664BC}" dt="2026-01-08T20:50:04.729" v="79751" actId="20577"/>
          <ac:spMkLst>
            <pc:docMk/>
            <pc:sldMk cId="126394086" sldId="299"/>
            <ac:spMk id="3" creationId="{0703B8EF-0F73-FE71-F81A-FF162F82D6DF}"/>
          </ac:spMkLst>
        </pc:spChg>
        <pc:spChg chg="mod">
          <ac:chgData name="Hartman, Lucas" userId="54df504d-6b26-4972-93dd-c21e09d4490b" providerId="ADAL" clId="{DA797BB2-F189-4808-BF03-EC6D040664BC}" dt="2026-01-08T20:49:29.476" v="79655" actId="20577"/>
          <ac:spMkLst>
            <pc:docMk/>
            <pc:sldMk cId="126394086" sldId="299"/>
            <ac:spMk id="4" creationId="{6656745E-71BE-E3B0-0AE1-EF60ADC8C55C}"/>
          </ac:spMkLst>
        </pc:spChg>
      </pc:sldChg>
      <pc:sldChg chg="modSp new mod">
        <pc:chgData name="Hartman, Lucas" userId="54df504d-6b26-4972-93dd-c21e09d4490b" providerId="ADAL" clId="{DA797BB2-F189-4808-BF03-EC6D040664BC}" dt="2026-01-09T21:46:47.677" v="81407" actId="20577"/>
        <pc:sldMkLst>
          <pc:docMk/>
          <pc:sldMk cId="1508397101" sldId="300"/>
        </pc:sldMkLst>
        <pc:spChg chg="mod">
          <ac:chgData name="Hartman, Lucas" userId="54df504d-6b26-4972-93dd-c21e09d4490b" providerId="ADAL" clId="{DA797BB2-F189-4808-BF03-EC6D040664BC}" dt="2026-01-08T20:50:15.908" v="79772" actId="20577"/>
          <ac:spMkLst>
            <pc:docMk/>
            <pc:sldMk cId="1508397101" sldId="300"/>
            <ac:spMk id="2" creationId="{BE95D3C9-9542-8CD3-4945-15497238B50C}"/>
          </ac:spMkLst>
        </pc:spChg>
        <pc:spChg chg="mod">
          <ac:chgData name="Hartman, Lucas" userId="54df504d-6b26-4972-93dd-c21e09d4490b" providerId="ADAL" clId="{DA797BB2-F189-4808-BF03-EC6D040664BC}" dt="2026-01-08T20:51:28.938" v="80018" actId="27636"/>
          <ac:spMkLst>
            <pc:docMk/>
            <pc:sldMk cId="1508397101" sldId="300"/>
            <ac:spMk id="3" creationId="{9545A2C0-8CBB-6BAF-6DD6-D7E1988342AE}"/>
          </ac:spMkLst>
        </pc:spChg>
        <pc:spChg chg="mod">
          <ac:chgData name="Hartman, Lucas" userId="54df504d-6b26-4972-93dd-c21e09d4490b" providerId="ADAL" clId="{DA797BB2-F189-4808-BF03-EC6D040664BC}" dt="2026-01-09T21:46:47.677" v="81407" actId="20577"/>
          <ac:spMkLst>
            <pc:docMk/>
            <pc:sldMk cId="1508397101" sldId="300"/>
            <ac:spMk id="4" creationId="{06DDC0D3-CB47-FFB0-E69C-985B2CB8582F}"/>
          </ac:spMkLst>
        </pc:spChg>
      </pc:sldChg>
      <pc:sldChg chg="modSp new mod">
        <pc:chgData name="Hartman, Lucas" userId="54df504d-6b26-4972-93dd-c21e09d4490b" providerId="ADAL" clId="{DA797BB2-F189-4808-BF03-EC6D040664BC}" dt="2026-01-08T20:56:30.175" v="80581" actId="20577"/>
        <pc:sldMkLst>
          <pc:docMk/>
          <pc:sldMk cId="1698251355" sldId="301"/>
        </pc:sldMkLst>
        <pc:spChg chg="mod">
          <ac:chgData name="Hartman, Lucas" userId="54df504d-6b26-4972-93dd-c21e09d4490b" providerId="ADAL" clId="{DA797BB2-F189-4808-BF03-EC6D040664BC}" dt="2026-01-08T20:55:03.751" v="80322" actId="20577"/>
          <ac:spMkLst>
            <pc:docMk/>
            <pc:sldMk cId="1698251355" sldId="301"/>
            <ac:spMk id="2" creationId="{948D7AD0-B5DE-71AF-091D-41BB092E8980}"/>
          </ac:spMkLst>
        </pc:spChg>
        <pc:spChg chg="mod">
          <ac:chgData name="Hartman, Lucas" userId="54df504d-6b26-4972-93dd-c21e09d4490b" providerId="ADAL" clId="{DA797BB2-F189-4808-BF03-EC6D040664BC}" dt="2026-01-08T20:55:52.274" v="80570" actId="313"/>
          <ac:spMkLst>
            <pc:docMk/>
            <pc:sldMk cId="1698251355" sldId="301"/>
            <ac:spMk id="3" creationId="{13B776A7-BAFA-0936-43C8-BBFF6DA4A875}"/>
          </ac:spMkLst>
        </pc:spChg>
        <pc:spChg chg="mod">
          <ac:chgData name="Hartman, Lucas" userId="54df504d-6b26-4972-93dd-c21e09d4490b" providerId="ADAL" clId="{DA797BB2-F189-4808-BF03-EC6D040664BC}" dt="2026-01-08T20:56:30.175" v="80581" actId="20577"/>
          <ac:spMkLst>
            <pc:docMk/>
            <pc:sldMk cId="1698251355" sldId="301"/>
            <ac:spMk id="4" creationId="{8B10CE6A-4BA2-B622-84B5-D3C4AC2AAE90}"/>
          </ac:spMkLst>
        </pc:spChg>
      </pc:sldChg>
      <pc:sldChg chg="modSp new mod">
        <pc:chgData name="Hartman, Lucas" userId="54df504d-6b26-4972-93dd-c21e09d4490b" providerId="ADAL" clId="{DA797BB2-F189-4808-BF03-EC6D040664BC}" dt="2026-01-08T21:11:20.909" v="81367" actId="207"/>
        <pc:sldMkLst>
          <pc:docMk/>
          <pc:sldMk cId="1381519738" sldId="302"/>
        </pc:sldMkLst>
        <pc:spChg chg="mod">
          <ac:chgData name="Hartman, Lucas" userId="54df504d-6b26-4972-93dd-c21e09d4490b" providerId="ADAL" clId="{DA797BB2-F189-4808-BF03-EC6D040664BC}" dt="2026-01-08T20:56:45.290" v="80605" actId="20577"/>
          <ac:spMkLst>
            <pc:docMk/>
            <pc:sldMk cId="1381519738" sldId="302"/>
            <ac:spMk id="2" creationId="{E7F388B4-1BC5-9613-871A-E378A9055E75}"/>
          </ac:spMkLst>
        </pc:spChg>
        <pc:spChg chg="mod">
          <ac:chgData name="Hartman, Lucas" userId="54df504d-6b26-4972-93dd-c21e09d4490b" providerId="ADAL" clId="{DA797BB2-F189-4808-BF03-EC6D040664BC}" dt="2026-01-08T21:11:20.909" v="81367" actId="207"/>
          <ac:spMkLst>
            <pc:docMk/>
            <pc:sldMk cId="1381519738" sldId="302"/>
            <ac:spMk id="3" creationId="{201F8CE0-7A68-A322-3A3F-8B164E5A82AD}"/>
          </ac:spMkLst>
        </pc:spChg>
        <pc:spChg chg="mod">
          <ac:chgData name="Hartman, Lucas" userId="54df504d-6b26-4972-93dd-c21e09d4490b" providerId="ADAL" clId="{DA797BB2-F189-4808-BF03-EC6D040664BC}" dt="2026-01-08T21:11:15.908" v="81366" actId="207"/>
          <ac:spMkLst>
            <pc:docMk/>
            <pc:sldMk cId="1381519738" sldId="302"/>
            <ac:spMk id="4" creationId="{ADAA621F-650C-8B67-7ACE-48FABA1706C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A21560-1929-4DD1-94DC-AC1181AC876A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D442A3-8FE8-41A5-941B-C64E68CC5D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3613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FE86BEE7-CAF5-419F-B16A-DEA80DCA68C3}"/>
              </a:ext>
            </a:extLst>
          </p:cNvPr>
          <p:cNvSpPr/>
          <p:nvPr userDrawn="1"/>
        </p:nvSpPr>
        <p:spPr>
          <a:xfrm>
            <a:off x="0" y="4777398"/>
            <a:ext cx="5960125" cy="2080602"/>
          </a:xfrm>
          <a:prstGeom prst="rect">
            <a:avLst/>
          </a:prstGeom>
          <a:blipFill dpi="0" rotWithShape="1">
            <a:blip r:embed="rId2">
              <a:alphaModFix amt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b="-14943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2E2690CF-4A08-4FE7-BE90-E14D6CFC9B7C}"/>
              </a:ext>
            </a:extLst>
          </p:cNvPr>
          <p:cNvSpPr/>
          <p:nvPr userDrawn="1"/>
        </p:nvSpPr>
        <p:spPr>
          <a:xfrm rot="10800000">
            <a:off x="5960123" y="4726693"/>
            <a:ext cx="6231875" cy="2131307"/>
          </a:xfrm>
          <a:prstGeom prst="rect">
            <a:avLst/>
          </a:prstGeom>
          <a:blipFill dpi="0" rotWithShape="1">
            <a:blip r:embed="rId3">
              <a:alphaModFix amt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17324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B5FFE8-97A3-4F5F-B323-571FCA8DA25A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266700" y="1381734"/>
            <a:ext cx="11658600" cy="2233612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8D608D-1BF4-455A-946A-5F936FD81A70}"/>
              </a:ext>
            </a:extLst>
          </p:cNvPr>
          <p:cNvSpPr>
            <a:spLocks noGrp="1"/>
          </p:cNvSpPr>
          <p:nvPr userDrawn="1">
            <p:ph type="subTitle" idx="1"/>
          </p:nvPr>
        </p:nvSpPr>
        <p:spPr>
          <a:xfrm>
            <a:off x="266700" y="3777270"/>
            <a:ext cx="11658600" cy="1023939"/>
          </a:xfrm>
        </p:spPr>
        <p:txBody>
          <a:bodyPr/>
          <a:lstStyle>
            <a:lvl1pPr marL="0" indent="0" algn="ctr">
              <a:buNone/>
              <a:defRPr sz="2400">
                <a:latin typeface="Intro Light" panose="020000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1CA14235-CF7B-4B1F-8B88-31805FAFF47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414" y="262414"/>
            <a:ext cx="2810260" cy="768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115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5429FFC-D3C2-4932-826C-C50E9D52BB49}"/>
              </a:ext>
            </a:extLst>
          </p:cNvPr>
          <p:cNvSpPr/>
          <p:nvPr userDrawn="1"/>
        </p:nvSpPr>
        <p:spPr>
          <a:xfrm>
            <a:off x="0" y="5532437"/>
            <a:ext cx="5960125" cy="1325563"/>
          </a:xfrm>
          <a:prstGeom prst="rect">
            <a:avLst/>
          </a:prstGeom>
          <a:blipFill dpi="0" rotWithShape="1">
            <a:blip r:embed="rId2">
              <a:alphaModFix amt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1" b="-80413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EE888AC-6FC4-41E4-B0C7-BC3FC6F2F3E8}"/>
              </a:ext>
            </a:extLst>
          </p:cNvPr>
          <p:cNvSpPr/>
          <p:nvPr userDrawn="1"/>
        </p:nvSpPr>
        <p:spPr>
          <a:xfrm rot="10800000">
            <a:off x="5960121" y="5532436"/>
            <a:ext cx="6231875" cy="1325563"/>
          </a:xfrm>
          <a:prstGeom prst="rect">
            <a:avLst/>
          </a:prstGeom>
          <a:blipFill dpi="0" rotWithShape="1">
            <a:blip r:embed="rId3">
              <a:alphaModFix amt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88640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8DCC8DB-1863-4F46-8C14-800676313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1100" y="365125"/>
            <a:ext cx="101727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B8685E-9D55-4AED-80F4-F1B1F64B85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1100" y="1825625"/>
            <a:ext cx="10172700" cy="4351338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1EB0088-9B57-499E-8905-F9408D880C0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413" y="390216"/>
            <a:ext cx="513713" cy="519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5319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1376F0B0-52A9-415E-BDDD-6C6AC9110DF9}"/>
              </a:ext>
            </a:extLst>
          </p:cNvPr>
          <p:cNvSpPr/>
          <p:nvPr userDrawn="1"/>
        </p:nvSpPr>
        <p:spPr>
          <a:xfrm>
            <a:off x="0" y="5532437"/>
            <a:ext cx="5960125" cy="1325563"/>
          </a:xfrm>
          <a:prstGeom prst="rect">
            <a:avLst/>
          </a:prstGeom>
          <a:blipFill dpi="0" rotWithShape="1">
            <a:blip r:embed="rId2">
              <a:alphaModFix amt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1" b="-80413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D30C7C9-8675-4FB5-9B44-91DC8149DD51}"/>
              </a:ext>
            </a:extLst>
          </p:cNvPr>
          <p:cNvSpPr/>
          <p:nvPr userDrawn="1"/>
        </p:nvSpPr>
        <p:spPr>
          <a:xfrm rot="10800000">
            <a:off x="5960121" y="5532436"/>
            <a:ext cx="6231875" cy="1325563"/>
          </a:xfrm>
          <a:prstGeom prst="rect">
            <a:avLst/>
          </a:prstGeom>
          <a:blipFill dpi="0" rotWithShape="1">
            <a:blip r:embed="rId3">
              <a:alphaModFix amt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88640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AFDE69-FA51-465E-8031-A8B9CE7F95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49" y="1219200"/>
            <a:ext cx="11102975" cy="2362200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56B05F-FD14-4BF4-8D8D-9CE477E8D1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3608388"/>
            <a:ext cx="11102974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2">
                    <a:lumMod val="25000"/>
                  </a:schemeClr>
                </a:solidFill>
                <a:latin typeface="Intro Light" panose="02000000000000000000" pitchFamily="50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2B3D0E6-F047-498B-A642-C408BE5C518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413" y="390216"/>
            <a:ext cx="513713" cy="519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76956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0BFF7F9-243E-4243-8C78-D3B003593337}"/>
              </a:ext>
            </a:extLst>
          </p:cNvPr>
          <p:cNvSpPr/>
          <p:nvPr userDrawn="1"/>
        </p:nvSpPr>
        <p:spPr>
          <a:xfrm>
            <a:off x="0" y="5532437"/>
            <a:ext cx="5960125" cy="1325563"/>
          </a:xfrm>
          <a:prstGeom prst="rect">
            <a:avLst/>
          </a:prstGeom>
          <a:blipFill dpi="0" rotWithShape="1">
            <a:blip r:embed="rId2">
              <a:alphaModFix amt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1" b="-80413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6406C3C-002F-458B-89F0-883784178012}"/>
              </a:ext>
            </a:extLst>
          </p:cNvPr>
          <p:cNvSpPr/>
          <p:nvPr userDrawn="1"/>
        </p:nvSpPr>
        <p:spPr>
          <a:xfrm rot="10800000">
            <a:off x="5960121" y="5532436"/>
            <a:ext cx="6231875" cy="1325563"/>
          </a:xfrm>
          <a:prstGeom prst="rect">
            <a:avLst/>
          </a:prstGeom>
          <a:blipFill dpi="0" rotWithShape="1">
            <a:blip r:embed="rId3">
              <a:alphaModFix amt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88640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D5A4B6-0C7A-4D6B-867E-D0A9EB0F86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6528" y="365125"/>
            <a:ext cx="10177272" cy="94932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10496E-328F-46FD-AFCD-3EAB7EFC53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76528" y="1552575"/>
            <a:ext cx="4843272" cy="4143375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93417A-0498-4636-9802-A1E62C15E6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2" y="1552575"/>
            <a:ext cx="5181598" cy="4143375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D303174-B021-4DE8-B6BC-00313E78F79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413" y="390216"/>
            <a:ext cx="513713" cy="519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12291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794581DE-391D-4AF5-8AC0-79A5C7D9CDA9}"/>
              </a:ext>
            </a:extLst>
          </p:cNvPr>
          <p:cNvSpPr/>
          <p:nvPr userDrawn="1"/>
        </p:nvSpPr>
        <p:spPr>
          <a:xfrm>
            <a:off x="0" y="5532437"/>
            <a:ext cx="5960125" cy="1325563"/>
          </a:xfrm>
          <a:prstGeom prst="rect">
            <a:avLst/>
          </a:prstGeom>
          <a:blipFill dpi="0" rotWithShape="1">
            <a:blip r:embed="rId2">
              <a:alphaModFix amt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1" b="-80413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19D1C13-B2C9-4139-AFC5-3E9E8077C825}"/>
              </a:ext>
            </a:extLst>
          </p:cNvPr>
          <p:cNvSpPr/>
          <p:nvPr userDrawn="1"/>
        </p:nvSpPr>
        <p:spPr>
          <a:xfrm rot="10800000">
            <a:off x="5960121" y="5532436"/>
            <a:ext cx="6231875" cy="1325563"/>
          </a:xfrm>
          <a:prstGeom prst="rect">
            <a:avLst/>
          </a:prstGeom>
          <a:blipFill dpi="0" rotWithShape="1">
            <a:blip r:embed="rId3">
              <a:alphaModFix amt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88640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A7137C-739B-4FCC-A7FB-460B8A7DB6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4940" y="365125"/>
            <a:ext cx="10177272" cy="95097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23D8A7-0808-42AF-84B4-C5BF010288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74940" y="1681163"/>
            <a:ext cx="4822635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EFC779-9E08-4924-91C0-C9E06E97DC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74940" y="2505075"/>
            <a:ext cx="4822635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67B143-C822-41B4-9130-CB8E044B9A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94428" y="1681163"/>
            <a:ext cx="516096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4A1E92-8D76-489D-BB0C-199AA38FF6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94428" y="2505075"/>
            <a:ext cx="516096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D3B9C88-5804-4FDC-B7F5-BDBD0348E64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413" y="390216"/>
            <a:ext cx="513713" cy="519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71238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40">
            <a:extLst>
              <a:ext uri="{FF2B5EF4-FFF2-40B4-BE49-F238E27FC236}">
                <a16:creationId xmlns:a16="http://schemas.microsoft.com/office/drawing/2014/main" id="{C6F83720-A64F-4A58-A5BC-1B9715C131E0}"/>
              </a:ext>
            </a:extLst>
          </p:cNvPr>
          <p:cNvSpPr/>
          <p:nvPr userDrawn="1"/>
        </p:nvSpPr>
        <p:spPr>
          <a:xfrm>
            <a:off x="0" y="4777398"/>
            <a:ext cx="5960125" cy="2080602"/>
          </a:xfrm>
          <a:prstGeom prst="rect">
            <a:avLst/>
          </a:prstGeom>
          <a:blipFill dpi="0" rotWithShape="1">
            <a:blip r:embed="rId2">
              <a:alphaModFix amt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b="-14943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F98C010B-9BA1-41E1-BFD8-FDF4E5D30D68}"/>
              </a:ext>
            </a:extLst>
          </p:cNvPr>
          <p:cNvSpPr/>
          <p:nvPr userDrawn="1"/>
        </p:nvSpPr>
        <p:spPr>
          <a:xfrm rot="10800000">
            <a:off x="5960123" y="4726693"/>
            <a:ext cx="6231875" cy="2131307"/>
          </a:xfrm>
          <a:prstGeom prst="rect">
            <a:avLst/>
          </a:prstGeom>
          <a:blipFill dpi="0" rotWithShape="1">
            <a:blip r:embed="rId3">
              <a:alphaModFix amt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17324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F8C78A-4AF7-47A5-88E0-BCE915BA89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364" y="288512"/>
            <a:ext cx="10177272" cy="3216275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35D0358-8763-4DDB-B361-5FDF53D39A8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413" y="390216"/>
            <a:ext cx="513713" cy="519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4187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DE68C791-EEDD-4B06-AF1A-8A3BECF65C82}"/>
              </a:ext>
            </a:extLst>
          </p:cNvPr>
          <p:cNvSpPr/>
          <p:nvPr userDrawn="1"/>
        </p:nvSpPr>
        <p:spPr>
          <a:xfrm>
            <a:off x="0" y="4777398"/>
            <a:ext cx="5960125" cy="2080602"/>
          </a:xfrm>
          <a:prstGeom prst="rect">
            <a:avLst/>
          </a:prstGeom>
          <a:blipFill dpi="0" rotWithShape="1">
            <a:blip r:embed="rId2">
              <a:alphaModFix amt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b="-14943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F787EE4-BCA2-465C-9B98-91AA0F437DB3}"/>
              </a:ext>
            </a:extLst>
          </p:cNvPr>
          <p:cNvSpPr/>
          <p:nvPr userDrawn="1"/>
        </p:nvSpPr>
        <p:spPr>
          <a:xfrm rot="10800000">
            <a:off x="5960123" y="4726693"/>
            <a:ext cx="6231875" cy="2131307"/>
          </a:xfrm>
          <a:prstGeom prst="rect">
            <a:avLst/>
          </a:prstGeom>
          <a:blipFill dpi="0" rotWithShape="1">
            <a:blip r:embed="rId3">
              <a:alphaModFix amt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17324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6C33FBD-37BF-4BD1-87AF-4087E232015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413" y="390216"/>
            <a:ext cx="513713" cy="519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67210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4199BC5-9D4E-43BF-A02C-A547194F8182}"/>
              </a:ext>
            </a:extLst>
          </p:cNvPr>
          <p:cNvSpPr/>
          <p:nvPr userDrawn="1"/>
        </p:nvSpPr>
        <p:spPr>
          <a:xfrm>
            <a:off x="0" y="5532437"/>
            <a:ext cx="5960125" cy="1325563"/>
          </a:xfrm>
          <a:prstGeom prst="rect">
            <a:avLst/>
          </a:prstGeom>
          <a:blipFill dpi="0" rotWithShape="1">
            <a:blip r:embed="rId2">
              <a:alphaModFix amt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1" b="-80413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96783CA-063C-4CAD-AFC5-05C976443BF8}"/>
              </a:ext>
            </a:extLst>
          </p:cNvPr>
          <p:cNvSpPr/>
          <p:nvPr userDrawn="1"/>
        </p:nvSpPr>
        <p:spPr>
          <a:xfrm rot="10800000">
            <a:off x="5960121" y="5532436"/>
            <a:ext cx="6231875" cy="1325563"/>
          </a:xfrm>
          <a:prstGeom prst="rect">
            <a:avLst/>
          </a:prstGeom>
          <a:blipFill dpi="0" rotWithShape="1">
            <a:blip r:embed="rId3">
              <a:alphaModFix amt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88640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43DC10-A2BD-4783-80A5-23F85CC27F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2987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41E3B2-2EB5-461B-BEDE-B1DB4484AA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19B8FA-2A2C-4A53-9A1E-98AAFCCC6F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42987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1711EA9-1F10-43CB-AF2C-4754BAEB508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413" y="390216"/>
            <a:ext cx="513713" cy="519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81852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F6436B1-97C6-4B73-A082-7D78DB820115}"/>
              </a:ext>
            </a:extLst>
          </p:cNvPr>
          <p:cNvSpPr/>
          <p:nvPr userDrawn="1"/>
        </p:nvSpPr>
        <p:spPr>
          <a:xfrm>
            <a:off x="0" y="5532437"/>
            <a:ext cx="5960125" cy="1325563"/>
          </a:xfrm>
          <a:prstGeom prst="rect">
            <a:avLst/>
          </a:prstGeom>
          <a:blipFill dpi="0" rotWithShape="1">
            <a:blip r:embed="rId2">
              <a:alphaModFix amt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1" b="-80413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C78AC63-6274-4558-8904-89260A26554A}"/>
              </a:ext>
            </a:extLst>
          </p:cNvPr>
          <p:cNvSpPr/>
          <p:nvPr userDrawn="1"/>
        </p:nvSpPr>
        <p:spPr>
          <a:xfrm rot="10800000">
            <a:off x="5960121" y="5532436"/>
            <a:ext cx="6231875" cy="1325563"/>
          </a:xfrm>
          <a:prstGeom prst="rect">
            <a:avLst/>
          </a:prstGeom>
          <a:blipFill dpi="0" rotWithShape="1">
            <a:blip r:embed="rId3">
              <a:alphaModFix amt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88640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4C0E9BF-DCE6-44E7-BDFA-FD7C8967CB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2416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0FBD252-4412-4655-AC19-19A147A14E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1024B7-B72A-43BE-9C0D-2D8E5C276F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42416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8F8FEA5-8A8C-43A3-9233-939FB64E17B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413" y="390216"/>
            <a:ext cx="513713" cy="519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26271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391B9AB-0584-476D-95F0-F190C5DB8D08}"/>
              </a:ext>
            </a:extLst>
          </p:cNvPr>
          <p:cNvSpPr/>
          <p:nvPr userDrawn="1"/>
        </p:nvSpPr>
        <p:spPr>
          <a:xfrm>
            <a:off x="0" y="5532437"/>
            <a:ext cx="5960125" cy="1325563"/>
          </a:xfrm>
          <a:prstGeom prst="rect">
            <a:avLst/>
          </a:prstGeom>
          <a:blipFill dpi="0" rotWithShape="1">
            <a:blip r:embed="rId2">
              <a:alphaModFix amt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1" b="-80413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BB13896-D1FA-4DA8-8DCA-19E54095DEDA}"/>
              </a:ext>
            </a:extLst>
          </p:cNvPr>
          <p:cNvSpPr/>
          <p:nvPr userDrawn="1"/>
        </p:nvSpPr>
        <p:spPr>
          <a:xfrm rot="10800000">
            <a:off x="5960121" y="5532436"/>
            <a:ext cx="6231875" cy="1325563"/>
          </a:xfrm>
          <a:prstGeom prst="rect">
            <a:avLst/>
          </a:prstGeom>
          <a:blipFill dpi="0" rotWithShape="1">
            <a:blip r:embed="rId3">
              <a:alphaModFix amt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88640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9D7129-1025-4E90-87FB-C88427CDD3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7274" y="365125"/>
            <a:ext cx="10177272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4373D8-6EB4-40AA-97B0-3A4D8126A6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302D428-9159-4CB4-9240-9ACF55185BD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413" y="390216"/>
            <a:ext cx="513713" cy="519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20663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AA756C3-6D05-490B-8E62-1B73F377D00A}"/>
              </a:ext>
            </a:extLst>
          </p:cNvPr>
          <p:cNvSpPr/>
          <p:nvPr userDrawn="1"/>
        </p:nvSpPr>
        <p:spPr>
          <a:xfrm>
            <a:off x="0" y="5532437"/>
            <a:ext cx="5960125" cy="1325563"/>
          </a:xfrm>
          <a:prstGeom prst="rect">
            <a:avLst/>
          </a:prstGeom>
          <a:blipFill dpi="0" rotWithShape="1">
            <a:blip r:embed="rId2">
              <a:alphaModFix amt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1" b="-80413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049F47A-7580-4E34-8D48-F9E0A7D31B50}"/>
              </a:ext>
            </a:extLst>
          </p:cNvPr>
          <p:cNvSpPr/>
          <p:nvPr userDrawn="1"/>
        </p:nvSpPr>
        <p:spPr>
          <a:xfrm rot="10800000">
            <a:off x="5960121" y="5532436"/>
            <a:ext cx="6231875" cy="1325563"/>
          </a:xfrm>
          <a:prstGeom prst="rect">
            <a:avLst/>
          </a:prstGeom>
          <a:blipFill dpi="0" rotWithShape="1">
            <a:blip r:embed="rId3">
              <a:alphaModFix amt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88640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74B7C942-A484-454D-A5E8-9ECBA50B0C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1F6C6E-4F31-4C15-8984-CBB6FE0274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85850" y="365125"/>
            <a:ext cx="748665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2F6DD1F-DF46-43B1-9575-0AEF8D9B192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413" y="390216"/>
            <a:ext cx="513713" cy="519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89748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85411E7-88B2-420C-9612-DA4AB09C3F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47FCD0-F869-4BB1-B84C-B943533732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6672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895097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>
          <a:solidFill>
            <a:srgbClr val="007CBD"/>
          </a:solidFill>
          <a:latin typeface="Intro Bold" panose="02000000000000000000" pitchFamily="50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bg2">
              <a:lumMod val="25000"/>
            </a:schemeClr>
          </a:solidFill>
          <a:latin typeface="Adobe Garamond Pro" panose="02020502060506020403" pitchFamily="18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defRPr sz="2200" kern="1200">
          <a:solidFill>
            <a:schemeClr val="bg2">
              <a:lumMod val="25000"/>
            </a:schemeClr>
          </a:solidFill>
          <a:latin typeface="Adobe Garamond Pro" panose="02020502060506020403" pitchFamily="18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Ø"/>
        <a:defRPr sz="2000" kern="1200">
          <a:solidFill>
            <a:schemeClr val="bg2">
              <a:lumMod val="25000"/>
            </a:schemeClr>
          </a:solidFill>
          <a:latin typeface="Adobe Garamond Pro" panose="02020502060506020403" pitchFamily="18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2">
              <a:lumMod val="25000"/>
            </a:schemeClr>
          </a:solidFill>
          <a:latin typeface="Adobe Garamond Pro" panose="02020502060506020403" pitchFamily="18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defRPr sz="1600" kern="1200">
          <a:solidFill>
            <a:schemeClr val="bg2">
              <a:lumMod val="25000"/>
            </a:schemeClr>
          </a:solidFill>
          <a:latin typeface="Adobe Garamond Pro" panose="02020502060506020403" pitchFamily="18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9DB60D-668E-44FF-BA61-B56EE8830DC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File Parsing</a:t>
            </a:r>
            <a:br>
              <a:rPr lang="en-US" dirty="0"/>
            </a:br>
            <a:r>
              <a:rPr lang="en-US" sz="4000" dirty="0"/>
              <a:t>CSV, XML &amp; JSON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182FC2-B1F9-4263-A786-D0159CDB7DB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Adv. Python Programming – Module 7</a:t>
            </a:r>
          </a:p>
        </p:txBody>
      </p:sp>
    </p:spTree>
    <p:extLst>
      <p:ext uri="{BB962C8B-B14F-4D97-AF65-F5344CB8AC3E}">
        <p14:creationId xmlns:p14="http://schemas.microsoft.com/office/powerpoint/2010/main" val="25205302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E5E9E9-3195-BEFF-D428-A3A399103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 of Files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814D34-4D2E-1377-706C-B2A0888543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Adv. Python Programming</a:t>
            </a:r>
          </a:p>
        </p:txBody>
      </p:sp>
    </p:spTree>
    <p:extLst>
      <p:ext uri="{BB962C8B-B14F-4D97-AF65-F5344CB8AC3E}">
        <p14:creationId xmlns:p14="http://schemas.microsoft.com/office/powerpoint/2010/main" val="35190351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7D3C3-6616-B735-D111-485C0425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Plain Text Files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6D2460-99E3-C116-88A9-E01A0E18FB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Most programs need a way to perpetually store data. – long term storage</a:t>
            </a:r>
          </a:p>
          <a:p>
            <a:r>
              <a:rPr lang="en-US" dirty="0"/>
              <a:t>One of those ways is with files</a:t>
            </a:r>
          </a:p>
          <a:p>
            <a:r>
              <a:rPr lang="en-US" dirty="0"/>
              <a:t>Plain text files is the simplest way to store data</a:t>
            </a:r>
          </a:p>
          <a:p>
            <a:r>
              <a:rPr lang="en-US" dirty="0"/>
              <a:t>They contain characters, delimiters and line breaks</a:t>
            </a:r>
          </a:p>
          <a:p>
            <a:pPr lvl="1"/>
            <a:r>
              <a:rPr lang="en-US" dirty="0"/>
              <a:t>delimiters are how data can be split up (comma, tabs, etc.)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9121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95A7B6-2D12-F161-C3EA-88B73ED27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Reading and Writing Files Basics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5F4312-6BB4-58C6-0CAD-F180D0C45D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76528" y="1552575"/>
            <a:ext cx="4843272" cy="4374092"/>
          </a:xfrm>
        </p:spPr>
        <p:txBody>
          <a:bodyPr>
            <a:noAutofit/>
          </a:bodyPr>
          <a:lstStyle/>
          <a:p>
            <a:r>
              <a:rPr lang="en-US" sz="2000" dirty="0"/>
              <a:t>Python provides several ways to open files but the recommended approach is to use the ‘with’ statement</a:t>
            </a:r>
          </a:p>
          <a:p>
            <a:pPr lvl="1"/>
            <a:r>
              <a:rPr lang="en-US" sz="1800" dirty="0"/>
              <a:t>This manages resources and automatically closes the file for us</a:t>
            </a:r>
          </a:p>
          <a:p>
            <a:r>
              <a:rPr lang="en-US" sz="2000" dirty="0"/>
              <a:t>Remember when opening a file you can open to “</a:t>
            </a:r>
            <a:r>
              <a:rPr lang="en-US" sz="2000" dirty="0" err="1"/>
              <a:t>r”ead</a:t>
            </a:r>
            <a:r>
              <a:rPr lang="en-US" sz="2000" dirty="0"/>
              <a:t>, “</a:t>
            </a:r>
            <a:r>
              <a:rPr lang="en-US" sz="2000" dirty="0" err="1"/>
              <a:t>w”rite</a:t>
            </a:r>
            <a:r>
              <a:rPr lang="en-US" sz="2000" dirty="0"/>
              <a:t> or “</a:t>
            </a:r>
            <a:r>
              <a:rPr lang="en-US" sz="2000" dirty="0" err="1"/>
              <a:t>a”ppend</a:t>
            </a:r>
            <a:r>
              <a:rPr lang="en-US" sz="2000" dirty="0"/>
              <a:t> to it</a:t>
            </a:r>
          </a:p>
          <a:p>
            <a:r>
              <a:rPr lang="en-US" sz="2000" dirty="0"/>
              <a:t>When reading in a file there are new line characters to it so you must use the .</a:t>
            </a:r>
            <a:r>
              <a:rPr lang="en-US" sz="2000" dirty="0" err="1"/>
              <a:t>rstrip</a:t>
            </a:r>
            <a:r>
              <a:rPr lang="en-US" sz="2000" dirty="0"/>
              <a:t>() or strip() to remove it</a:t>
            </a:r>
          </a:p>
          <a:p>
            <a:pPr lvl="1"/>
            <a:r>
              <a:rPr lang="en-US" sz="1800" dirty="0"/>
              <a:t>strip() removes \n at the front and end</a:t>
            </a:r>
          </a:p>
          <a:p>
            <a:pPr lvl="1"/>
            <a:r>
              <a:rPr lang="en-US" sz="1800" dirty="0" err="1"/>
              <a:t>rstrip</a:t>
            </a:r>
            <a:r>
              <a:rPr lang="en-US" sz="1800" dirty="0"/>
              <a:t>() only removes \n at the end</a:t>
            </a:r>
          </a:p>
          <a:p>
            <a:pPr lvl="1"/>
            <a:r>
              <a:rPr lang="en-US" sz="1800" dirty="0"/>
              <a:t>casting to an int or float will also remove it for you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5D246B-2B12-573A-A7CD-EA79836592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1" y="1552575"/>
            <a:ext cx="6019799" cy="414337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B623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with</a:t>
            </a:r>
            <a:r>
              <a:rPr lang="en-US" sz="19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9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open</a:t>
            </a:r>
            <a:r>
              <a:rPr lang="en-US" sz="19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1900" b="1" dirty="0">
                <a:solidFill>
                  <a:srgbClr val="006C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"inventory.txt"</a:t>
            </a:r>
            <a:r>
              <a:rPr lang="en-US" sz="19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900" b="1" dirty="0">
                <a:solidFill>
                  <a:srgbClr val="006C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"r"</a:t>
            </a:r>
            <a:r>
              <a:rPr lang="en-US" sz="19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 </a:t>
            </a:r>
            <a:r>
              <a:rPr lang="en-US" sz="1900" b="1" dirty="0">
                <a:solidFill>
                  <a:srgbClr val="B623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as</a:t>
            </a:r>
            <a:r>
              <a:rPr lang="en-US" sz="19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file:</a:t>
            </a:r>
            <a:br>
              <a:rPr lang="en-US" sz="19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9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</a:t>
            </a:r>
            <a:r>
              <a:rPr lang="en-US" sz="1900" b="1" dirty="0">
                <a:solidFill>
                  <a:srgbClr val="B623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for</a:t>
            </a:r>
            <a:r>
              <a:rPr lang="en-US" sz="19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line </a:t>
            </a:r>
            <a:r>
              <a:rPr lang="en-US" sz="1900" b="1" dirty="0">
                <a:solidFill>
                  <a:srgbClr val="B623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in</a:t>
            </a:r>
            <a:r>
              <a:rPr lang="en-US" sz="19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file:</a:t>
            </a:r>
            <a:br>
              <a:rPr lang="en-US" sz="19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9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</a:t>
            </a:r>
            <a:r>
              <a:rPr lang="en-US" sz="19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print</a:t>
            </a:r>
            <a:r>
              <a:rPr lang="en-US" sz="19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1900" b="1" dirty="0" err="1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line.strip</a:t>
            </a:r>
            <a:r>
              <a:rPr lang="en-US" sz="19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())</a:t>
            </a:r>
          </a:p>
          <a:p>
            <a:pPr marL="0" indent="0">
              <a:buNone/>
            </a:pPr>
            <a:endParaRPr lang="en-US" sz="1900" b="1" dirty="0">
              <a:latin typeface="Courier New" panose="020703090202050204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900" b="1" dirty="0">
              <a:latin typeface="Courier New" panose="020703090202050204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900" b="1" dirty="0">
                <a:solidFill>
                  <a:srgbClr val="B623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with</a:t>
            </a:r>
            <a:r>
              <a:rPr lang="en-US" sz="19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9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open</a:t>
            </a:r>
            <a:r>
              <a:rPr lang="en-US" sz="19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1900" b="1" dirty="0">
                <a:solidFill>
                  <a:srgbClr val="006C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"report.txt"</a:t>
            </a:r>
            <a:r>
              <a:rPr lang="en-US" sz="19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900" b="1" dirty="0">
                <a:solidFill>
                  <a:srgbClr val="006C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"w"</a:t>
            </a:r>
            <a:r>
              <a:rPr lang="en-US" sz="19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 </a:t>
            </a:r>
            <a:r>
              <a:rPr lang="en-US" sz="1900" b="1" dirty="0">
                <a:solidFill>
                  <a:srgbClr val="B623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as</a:t>
            </a:r>
            <a:r>
              <a:rPr lang="en-US" sz="19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file:</a:t>
            </a:r>
            <a:br>
              <a:rPr lang="en-US" sz="19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9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</a:t>
            </a:r>
            <a:r>
              <a:rPr lang="en-US" sz="1900" b="1" dirty="0" err="1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file.write</a:t>
            </a:r>
            <a:r>
              <a:rPr lang="en-US" sz="19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1900" b="1" dirty="0">
                <a:solidFill>
                  <a:srgbClr val="006C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"Inventory Report\n"</a:t>
            </a:r>
            <a:r>
              <a:rPr lang="en-US" sz="19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</a:t>
            </a:r>
            <a:br>
              <a:rPr lang="en-US" sz="19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9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</a:t>
            </a:r>
            <a:r>
              <a:rPr lang="en-US" sz="1900" b="1" dirty="0" err="1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file.write</a:t>
            </a:r>
            <a:r>
              <a:rPr lang="en-US" sz="19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1900" b="1" dirty="0">
                <a:solidFill>
                  <a:srgbClr val="006C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"---------------\n"</a:t>
            </a:r>
            <a:r>
              <a:rPr lang="en-US" sz="19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</a:t>
            </a:r>
            <a:endParaRPr lang="en-US" sz="1900" dirty="0"/>
          </a:p>
        </p:txBody>
      </p:sp>
    </p:spTree>
    <p:extLst>
      <p:ext uri="{BB962C8B-B14F-4D97-AF65-F5344CB8AC3E}">
        <p14:creationId xmlns:p14="http://schemas.microsoft.com/office/powerpoint/2010/main" val="19221695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9C73DF-D13D-4AE9-5A73-CEE41189D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Known Layouts - Records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A33830-8E86-5EFD-EFE1-B18CA7CA4A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92854" y="1552575"/>
            <a:ext cx="5626946" cy="4584065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Most text parsing relies on one assumption, the programmer knows the file layout</a:t>
            </a:r>
          </a:p>
          <a:p>
            <a:r>
              <a:rPr lang="en-US" dirty="0"/>
              <a:t>We typically refer to each line in a text file as a record as the data is separated via a delimiter, but all belong to the same “record”</a:t>
            </a:r>
          </a:p>
          <a:p>
            <a:pPr lvl="1"/>
            <a:r>
              <a:rPr lang="en-US" dirty="0"/>
              <a:t>Here each line has a name, price and quantity on an inventory file.</a:t>
            </a:r>
          </a:p>
          <a:p>
            <a:pPr lvl="1"/>
            <a:r>
              <a:rPr lang="en-US" dirty="0"/>
              <a:t>Works only if a values don’t contain a delimiter themselves</a:t>
            </a:r>
          </a:p>
          <a:p>
            <a:r>
              <a:rPr lang="en-US" dirty="0"/>
              <a:t>You have to use the .split() function via what delimiter</a:t>
            </a:r>
          </a:p>
          <a:p>
            <a:pPr lvl="1"/>
            <a:r>
              <a:rPr lang="en-US" dirty="0"/>
              <a:t>You will also notice in this code we compounded function calls, using </a:t>
            </a:r>
            <a:r>
              <a:rPr lang="en-US" dirty="0" err="1"/>
              <a:t>rstrip</a:t>
            </a:r>
            <a:r>
              <a:rPr lang="en-US" dirty="0"/>
              <a:t>() then split()</a:t>
            </a:r>
          </a:p>
          <a:p>
            <a:r>
              <a:rPr lang="en-US" dirty="0"/>
              <a:t>Lastly, while not done here, when you are writing back to a file you need to make sure and re-create the file as it was.</a:t>
            </a:r>
          </a:p>
          <a:p>
            <a:r>
              <a:rPr lang="en-US" dirty="0"/>
              <a:t>Say we have a new item you would want to write out the name, price and quantity back with the same delimiter between each value.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517B69-AE81-23FD-37FD-B4FF3016BD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1" y="1552575"/>
            <a:ext cx="5626945" cy="4143375"/>
          </a:xfrm>
        </p:spPr>
        <p:txBody>
          <a:bodyPr>
            <a:noAutofit/>
          </a:bodyPr>
          <a:lstStyle/>
          <a:p>
            <a:r>
              <a:rPr lang="en-US" sz="2000" dirty="0"/>
              <a:t>Example Text File(inventory.txt):</a:t>
            </a:r>
          </a:p>
          <a:p>
            <a:pPr marL="0" indent="0">
              <a:buNone/>
            </a:pPr>
            <a:r>
              <a:rPr lang="en-US" sz="16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Vacuum Bags    12.99    3</a:t>
            </a:r>
            <a:br>
              <a:rPr lang="en-US" sz="16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6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Filter Pack    9.75    8</a:t>
            </a:r>
            <a:br>
              <a:rPr lang="en-US" sz="16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6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Extension Hose    24.50    2</a:t>
            </a:r>
          </a:p>
          <a:p>
            <a:pPr marL="0" indent="0">
              <a:buNone/>
            </a:pPr>
            <a:endParaRPr lang="en-US" sz="1600" b="1" dirty="0">
              <a:latin typeface="Courier New" panose="020703090202050204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600" b="1" dirty="0">
              <a:latin typeface="Courier New" panose="020703090202050204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600" b="1" dirty="0">
                <a:solidFill>
                  <a:srgbClr val="B623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with</a:t>
            </a:r>
            <a:r>
              <a:rPr lang="en-US" sz="16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6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open</a:t>
            </a:r>
            <a:r>
              <a:rPr lang="en-US" sz="16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1600" b="1" dirty="0">
                <a:solidFill>
                  <a:srgbClr val="006C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"inventory.txt"</a:t>
            </a:r>
            <a:r>
              <a:rPr lang="en-US" sz="16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600" b="1" dirty="0">
                <a:solidFill>
                  <a:srgbClr val="006C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"r"</a:t>
            </a:r>
            <a:r>
              <a:rPr lang="en-US" sz="16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 </a:t>
            </a:r>
            <a:r>
              <a:rPr lang="en-US" sz="1600" b="1" dirty="0">
                <a:solidFill>
                  <a:srgbClr val="B623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as</a:t>
            </a:r>
            <a:r>
              <a:rPr lang="en-US" sz="16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file:</a:t>
            </a:r>
            <a:br>
              <a:rPr lang="en-US" sz="16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6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</a:t>
            </a:r>
            <a:r>
              <a:rPr lang="en-US" sz="1600" b="1" dirty="0">
                <a:solidFill>
                  <a:srgbClr val="B623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for</a:t>
            </a:r>
            <a:r>
              <a:rPr lang="en-US" sz="16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line </a:t>
            </a:r>
            <a:r>
              <a:rPr lang="en-US" sz="1600" b="1" dirty="0">
                <a:solidFill>
                  <a:srgbClr val="B623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in</a:t>
            </a:r>
            <a:r>
              <a:rPr lang="en-US" sz="16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file:</a:t>
            </a:r>
            <a:br>
              <a:rPr lang="en-US" sz="16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6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parts = </a:t>
            </a:r>
            <a:r>
              <a:rPr lang="en-US" sz="1600" b="1" dirty="0" err="1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line.rstrip</a:t>
            </a:r>
            <a:r>
              <a:rPr lang="en-US" sz="16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().split(</a:t>
            </a:r>
            <a:r>
              <a:rPr lang="en-US" sz="1600" b="1" dirty="0">
                <a:solidFill>
                  <a:srgbClr val="006C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“\t"</a:t>
            </a:r>
            <a:r>
              <a:rPr lang="en-US" sz="16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</a:t>
            </a:r>
            <a:br>
              <a:rPr lang="en-US" sz="16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6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name = parts[0]</a:t>
            </a:r>
            <a:br>
              <a:rPr lang="en-US" sz="16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6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price = </a:t>
            </a:r>
            <a:r>
              <a:rPr lang="en-US" sz="16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float</a:t>
            </a:r>
            <a:r>
              <a:rPr lang="en-US" sz="16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(parts[1])</a:t>
            </a:r>
            <a:br>
              <a:rPr lang="en-US" sz="16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6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quantity = </a:t>
            </a:r>
            <a:r>
              <a:rPr lang="en-US" sz="16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int</a:t>
            </a:r>
            <a:r>
              <a:rPr lang="en-US" sz="16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(parts[2])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1938950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8A1F71-507C-7324-4080-2854C6A4FE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Complex Parsing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96F372-779C-B7BE-AE55-17CD1D6CD4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Plain text parsing places all responsibility on the programmer</a:t>
            </a:r>
          </a:p>
          <a:p>
            <a:pPr lvl="1"/>
            <a:r>
              <a:rPr lang="en-US" dirty="0"/>
              <a:t>You must validate structure</a:t>
            </a:r>
          </a:p>
          <a:p>
            <a:pPr lvl="1"/>
            <a:r>
              <a:rPr lang="en-US" dirty="0"/>
              <a:t>You must handle missing or malformed data</a:t>
            </a:r>
          </a:p>
          <a:p>
            <a:pPr lvl="1"/>
            <a:r>
              <a:rPr lang="en-US" dirty="0"/>
              <a:t>You must ensure consistency across files</a:t>
            </a:r>
          </a:p>
          <a:p>
            <a:r>
              <a:rPr lang="en-US" dirty="0"/>
              <a:t>Regular expressions which is a way of reading data using special characters to parse through a text file can help in some cases.</a:t>
            </a:r>
          </a:p>
          <a:p>
            <a:pPr lvl="1"/>
            <a:r>
              <a:rPr lang="en-US" dirty="0"/>
              <a:t>But these can often be challenging to debug and tough to understand</a:t>
            </a:r>
          </a:p>
          <a:p>
            <a:pPr lvl="1"/>
            <a:r>
              <a:rPr lang="en-US" dirty="0"/>
              <a:t>They are often used to clean or validate text, but we don’t cover them here</a:t>
            </a:r>
          </a:p>
          <a:p>
            <a:r>
              <a:rPr lang="en-US" dirty="0"/>
              <a:t>Because basic text files can be tough we usually look to structure files</a:t>
            </a:r>
          </a:p>
          <a:p>
            <a:pPr lvl="1"/>
            <a:r>
              <a:rPr lang="en-US" dirty="0"/>
              <a:t>We will look at CSV, XML and JSON types</a:t>
            </a:r>
          </a:p>
          <a:p>
            <a:pPr lvl="1"/>
            <a:r>
              <a:rPr lang="en-US" dirty="0"/>
              <a:t>Most languages have some helpful libraries to parse these easier – the work is done for us!</a:t>
            </a:r>
          </a:p>
        </p:txBody>
      </p:sp>
    </p:spTree>
    <p:extLst>
      <p:ext uri="{BB962C8B-B14F-4D97-AF65-F5344CB8AC3E}">
        <p14:creationId xmlns:p14="http://schemas.microsoft.com/office/powerpoint/2010/main" val="37495846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06ED37-24D1-A852-70EB-61254BCA5E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CSV Parsing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1724E3-182B-4372-ADF3-5476610439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Adv. Python Programming</a:t>
            </a:r>
          </a:p>
        </p:txBody>
      </p:sp>
    </p:spTree>
    <p:extLst>
      <p:ext uri="{BB962C8B-B14F-4D97-AF65-F5344CB8AC3E}">
        <p14:creationId xmlns:p14="http://schemas.microsoft.com/office/powerpoint/2010/main" val="2019143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C53C7B-FBEE-AF85-8139-EC3187B39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are CSV files?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394182-E313-2EDF-52D4-9E76B64713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Comma-Separated Values (CSV) are files used to store table-style data</a:t>
            </a:r>
          </a:p>
          <a:p>
            <a:r>
              <a:rPr lang="en-US" dirty="0"/>
              <a:t>CSV files are essentially a spreadsheet saved as plain text</a:t>
            </a:r>
          </a:p>
          <a:p>
            <a:pPr lvl="1"/>
            <a:r>
              <a:rPr lang="en-US" dirty="0"/>
              <a:t>Each line represents a row and commas separate each column</a:t>
            </a:r>
          </a:p>
          <a:p>
            <a:r>
              <a:rPr lang="en-US" dirty="0"/>
              <a:t>Popular because they are easy to create and edit (Excel, Google Sheets, etc.)</a:t>
            </a:r>
          </a:p>
          <a:p>
            <a:r>
              <a:rPr lang="en-US" dirty="0"/>
              <a:t>Can be easily shared between systems</a:t>
            </a:r>
          </a:p>
          <a:p>
            <a:r>
              <a:rPr lang="en-US" dirty="0"/>
              <a:t>Lightweight and human readable</a:t>
            </a:r>
          </a:p>
          <a:p>
            <a:r>
              <a:rPr lang="en-US" dirty="0"/>
              <a:t>However CSV is still “just text”</a:t>
            </a:r>
          </a:p>
          <a:p>
            <a:pPr lvl="1"/>
            <a:r>
              <a:rPr lang="en-US" dirty="0"/>
              <a:t>Python reads everything in as strings and program must decide how to convert values into proper types</a:t>
            </a:r>
          </a:p>
          <a:p>
            <a:pPr lvl="1"/>
            <a:r>
              <a:rPr lang="en-US" dirty="0"/>
              <a:t>CSV is structured but it is not self-describing of the data – unless there are some headers at the top of the file</a:t>
            </a:r>
          </a:p>
          <a:p>
            <a:pPr lvl="1"/>
            <a:r>
              <a:rPr lang="en-US" dirty="0"/>
              <a:t>Again as the programmer so you will know the structure of the file</a:t>
            </a:r>
          </a:p>
        </p:txBody>
      </p:sp>
    </p:spTree>
    <p:extLst>
      <p:ext uri="{BB962C8B-B14F-4D97-AF65-F5344CB8AC3E}">
        <p14:creationId xmlns:p14="http://schemas.microsoft.com/office/powerpoint/2010/main" val="2268081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025010-7961-5539-DFD2-66FA98DFC8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CSV file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B1D686-B6F3-E0BD-1933-EFFF422EAEF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Here we have an example of a CSV format</a:t>
            </a:r>
          </a:p>
          <a:p>
            <a:pPr lvl="1"/>
            <a:r>
              <a:rPr lang="en-US" dirty="0"/>
              <a:t>name is the item name</a:t>
            </a:r>
          </a:p>
          <a:p>
            <a:pPr lvl="1"/>
            <a:r>
              <a:rPr lang="en-US" dirty="0"/>
              <a:t>price is the price of the item</a:t>
            </a:r>
          </a:p>
          <a:p>
            <a:pPr lvl="1"/>
            <a:r>
              <a:rPr lang="en-US" dirty="0"/>
              <a:t>quantity is how many items we have in stock</a:t>
            </a:r>
          </a:p>
          <a:p>
            <a:pPr lvl="1"/>
            <a:r>
              <a:rPr lang="en-US" dirty="0" err="1"/>
              <a:t>uos</a:t>
            </a:r>
            <a:r>
              <a:rPr lang="en-US" dirty="0"/>
              <a:t> is “unit of sales” or how many items we have in an item – here thing bags of fruit and quantity inside the bag</a:t>
            </a:r>
          </a:p>
          <a:p>
            <a:r>
              <a:rPr lang="en-US" dirty="0"/>
              <a:t>Notice the first row is our headers to help describe the data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7C03C9F-68A5-46E4-28FD-752FCB97560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400" b="1" dirty="0" err="1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name,price,quantity,uos</a:t>
            </a:r>
            <a:br>
              <a:rPr lang="en-US" sz="24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24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Apple,5.99,10,6</a:t>
            </a:r>
            <a:br>
              <a:rPr lang="en-US" sz="24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24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Orange,6.49,8,5</a:t>
            </a:r>
            <a:br>
              <a:rPr lang="en-US" sz="24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24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Banana,4.25,12,7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66661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7D8AC5F-33FF-0263-4AA0-6BEBE79B0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CSV reading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30E18DA-F953-08C7-F2C5-06D424CA55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94395" y="1552575"/>
            <a:ext cx="4843272" cy="4143375"/>
          </a:xfrm>
        </p:spPr>
        <p:txBody>
          <a:bodyPr>
            <a:noAutofit/>
          </a:bodyPr>
          <a:lstStyle/>
          <a:p>
            <a:r>
              <a:rPr lang="en-US" dirty="0"/>
              <a:t>Python has a built-in csv module to help us parse to these files</a:t>
            </a:r>
          </a:p>
          <a:p>
            <a:r>
              <a:rPr lang="en-US" dirty="0"/>
              <a:t>You can use the reader() method that reads each row as a list of strings</a:t>
            </a:r>
          </a:p>
          <a:p>
            <a:pPr lvl="1"/>
            <a:r>
              <a:rPr lang="en-US" dirty="0"/>
              <a:t>You must remember the column positions</a:t>
            </a:r>
          </a:p>
          <a:p>
            <a:r>
              <a:rPr lang="en-US" dirty="0"/>
              <a:t>For full use you typically need to</a:t>
            </a:r>
          </a:p>
          <a:p>
            <a:pPr lvl="1"/>
            <a:r>
              <a:rPr lang="en-US" dirty="0"/>
              <a:t>Manually skip the header row</a:t>
            </a:r>
          </a:p>
          <a:p>
            <a:pPr lvl="1"/>
            <a:r>
              <a:rPr lang="en-US" dirty="0"/>
              <a:t>Convert string data to other data types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22DCF88-A3FA-9737-852E-7D0E6B7620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386494" y="1552575"/>
            <a:ext cx="7374465" cy="414337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B623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import</a:t>
            </a:r>
            <a:r>
              <a:rPr lang="en-US" sz="16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csv</a:t>
            </a:r>
            <a:br>
              <a:rPr lang="en-US" sz="16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br>
              <a:rPr lang="en-US" sz="16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600" b="1" dirty="0">
                <a:solidFill>
                  <a:srgbClr val="B623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with</a:t>
            </a:r>
            <a:r>
              <a:rPr lang="en-US" sz="16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6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open</a:t>
            </a:r>
            <a:r>
              <a:rPr lang="en-US" sz="16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1600" b="1" dirty="0">
                <a:solidFill>
                  <a:srgbClr val="006C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"inventory.csv"</a:t>
            </a:r>
            <a:r>
              <a:rPr lang="en-US" sz="16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600" b="1" dirty="0">
                <a:solidFill>
                  <a:srgbClr val="006C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"r"</a:t>
            </a:r>
            <a:r>
              <a:rPr lang="en-US" sz="16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 newline=</a:t>
            </a:r>
            <a:r>
              <a:rPr lang="en-US" sz="1600" b="1" dirty="0">
                <a:solidFill>
                  <a:srgbClr val="006C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""</a:t>
            </a:r>
            <a:r>
              <a:rPr lang="en-US" sz="16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 </a:t>
            </a:r>
            <a:r>
              <a:rPr lang="en-US" sz="1600" b="1" dirty="0">
                <a:solidFill>
                  <a:srgbClr val="B623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as</a:t>
            </a:r>
            <a:r>
              <a:rPr lang="en-US" sz="16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file:</a:t>
            </a:r>
            <a:br>
              <a:rPr lang="en-US" sz="16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6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reader = </a:t>
            </a:r>
            <a:r>
              <a:rPr lang="en-US" sz="1600" b="1" dirty="0" err="1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csv.reader</a:t>
            </a:r>
            <a:r>
              <a:rPr lang="en-US" sz="16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(file)</a:t>
            </a:r>
            <a:br>
              <a:rPr lang="en-US" sz="16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br>
              <a:rPr lang="en-US" sz="16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6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headers = </a:t>
            </a:r>
            <a:r>
              <a:rPr lang="en-US" sz="16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next</a:t>
            </a:r>
            <a:r>
              <a:rPr lang="en-US" sz="16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(reader)</a:t>
            </a:r>
            <a:br>
              <a:rPr lang="en-US" sz="16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6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</a:t>
            </a:r>
            <a:r>
              <a:rPr lang="en-US" sz="16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print</a:t>
            </a:r>
            <a:r>
              <a:rPr lang="en-US" sz="16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1600" b="1" dirty="0">
                <a:solidFill>
                  <a:srgbClr val="006C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"Headers:"</a:t>
            </a:r>
            <a:r>
              <a:rPr lang="en-US" sz="16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 headers)</a:t>
            </a:r>
            <a:br>
              <a:rPr lang="en-US" sz="16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br>
              <a:rPr lang="en-US" sz="16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6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</a:t>
            </a:r>
            <a:r>
              <a:rPr lang="en-US" sz="1600" b="1" dirty="0">
                <a:solidFill>
                  <a:srgbClr val="B623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for</a:t>
            </a:r>
            <a:r>
              <a:rPr lang="en-US" sz="16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row </a:t>
            </a:r>
            <a:r>
              <a:rPr lang="en-US" sz="1600" b="1" dirty="0">
                <a:solidFill>
                  <a:srgbClr val="B623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in</a:t>
            </a:r>
            <a:r>
              <a:rPr lang="en-US" sz="16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reader:</a:t>
            </a:r>
            <a:br>
              <a:rPr lang="en-US" sz="16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6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name = row[0]</a:t>
            </a:r>
            <a:br>
              <a:rPr lang="en-US" sz="16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6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price = </a:t>
            </a:r>
            <a:r>
              <a:rPr lang="en-US" sz="16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float</a:t>
            </a:r>
            <a:r>
              <a:rPr lang="en-US" sz="16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(row[1])</a:t>
            </a:r>
            <a:br>
              <a:rPr lang="en-US" sz="16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6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quantity = </a:t>
            </a:r>
            <a:r>
              <a:rPr lang="en-US" sz="16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int</a:t>
            </a:r>
            <a:r>
              <a:rPr lang="en-US" sz="16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(row[2])</a:t>
            </a:r>
            <a:br>
              <a:rPr lang="en-US" sz="16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6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</a:t>
            </a:r>
            <a:r>
              <a:rPr lang="en-US" sz="1600" b="1" dirty="0" err="1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uos</a:t>
            </a:r>
            <a:r>
              <a:rPr lang="en-US" sz="16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= </a:t>
            </a:r>
            <a:r>
              <a:rPr lang="en-US" sz="16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int</a:t>
            </a:r>
            <a:r>
              <a:rPr lang="en-US" sz="16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(row[3])</a:t>
            </a:r>
            <a:br>
              <a:rPr lang="en-US" sz="16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br>
              <a:rPr lang="en-US" sz="16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6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</a:t>
            </a:r>
            <a:r>
              <a:rPr lang="en-US" sz="16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print</a:t>
            </a:r>
            <a:r>
              <a:rPr lang="en-US" sz="16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(name, price, quantity, </a:t>
            </a:r>
            <a:r>
              <a:rPr lang="en-US" sz="1600" b="1" dirty="0" err="1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uos</a:t>
            </a:r>
            <a:r>
              <a:rPr lang="en-US" sz="16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41144744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8C7EDF-CBFF-53F2-245F-26E6A4D37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Better – </a:t>
            </a:r>
            <a:r>
              <a:rPr lang="en-US" dirty="0" err="1"/>
              <a:t>DictReader</a:t>
            </a:r>
            <a:r>
              <a:rPr lang="en-US" dirty="0"/>
              <a:t> for CSV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134D89-A1A5-969E-5572-97770349AD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48581" y="1540510"/>
            <a:ext cx="4843272" cy="4143375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The better option is to use the dictionary reader that maps each row into a dictionary using the headers as keys</a:t>
            </a:r>
          </a:p>
          <a:p>
            <a:r>
              <a:rPr lang="en-US" dirty="0"/>
              <a:t>the .fieldnames property gives you the headers if needed</a:t>
            </a:r>
          </a:p>
          <a:p>
            <a:r>
              <a:rPr lang="en-US" dirty="0"/>
              <a:t>Typically, when working with the CSV data we want to convert to an object</a:t>
            </a:r>
          </a:p>
          <a:p>
            <a:r>
              <a:rPr lang="en-US" dirty="0"/>
              <a:t>Since it is all in a dictionary format it is easy to read in the CSV file, loop through and save to our objects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6B8F5F-4864-DCC5-5AC0-34D17DABDF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69748" y="1540510"/>
            <a:ext cx="6954519" cy="4067810"/>
          </a:xfrm>
          <a:solidFill>
            <a:schemeClr val="bg1"/>
          </a:solidFill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B623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class</a:t>
            </a:r>
            <a:r>
              <a:rPr lang="en-US" sz="12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Product</a:t>
            </a:r>
            <a:r>
              <a:rPr lang="en-US" sz="12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:</a:t>
            </a:r>
            <a:br>
              <a:rPr lang="en-US" sz="12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2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</a:t>
            </a:r>
            <a:r>
              <a:rPr lang="en-US" sz="1200" b="1" dirty="0">
                <a:solidFill>
                  <a:srgbClr val="B623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def</a:t>
            </a:r>
            <a:r>
              <a:rPr lang="en-US" sz="12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__</a:t>
            </a:r>
            <a:r>
              <a:rPr lang="en-US" sz="1200" b="1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init</a:t>
            </a:r>
            <a:r>
              <a:rPr lang="en-US" sz="1200" b="1" dirty="0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__</a:t>
            </a:r>
            <a:r>
              <a:rPr lang="en-US" sz="12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12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self</a:t>
            </a:r>
            <a:r>
              <a:rPr lang="en-US" sz="12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 name: </a:t>
            </a:r>
            <a:r>
              <a:rPr lang="en-US" sz="12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str</a:t>
            </a:r>
            <a:r>
              <a:rPr lang="en-US" sz="12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 price: </a:t>
            </a:r>
            <a:r>
              <a:rPr lang="en-US" sz="12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float</a:t>
            </a:r>
            <a:r>
              <a:rPr lang="en-US" sz="12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 quantity: </a:t>
            </a:r>
            <a:r>
              <a:rPr lang="en-US" sz="12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int</a:t>
            </a:r>
            <a:r>
              <a:rPr lang="en-US" sz="12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200" b="1" dirty="0" err="1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uos</a:t>
            </a:r>
            <a:r>
              <a:rPr lang="en-US" sz="12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: </a:t>
            </a:r>
            <a:r>
              <a:rPr lang="en-US" sz="12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int</a:t>
            </a:r>
            <a:r>
              <a:rPr lang="en-US" sz="12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):</a:t>
            </a:r>
            <a:br>
              <a:rPr lang="en-US" sz="12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2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</a:t>
            </a:r>
            <a:r>
              <a:rPr lang="en-US" sz="12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self</a:t>
            </a:r>
            <a:r>
              <a:rPr lang="en-US" sz="12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.name = name</a:t>
            </a:r>
            <a:br>
              <a:rPr lang="en-US" sz="12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2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</a:t>
            </a:r>
            <a:r>
              <a:rPr lang="en-US" sz="1200" b="1" dirty="0" err="1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self</a:t>
            </a:r>
            <a:r>
              <a:rPr lang="en-US" sz="1200" b="1" dirty="0" err="1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.price</a:t>
            </a:r>
            <a:r>
              <a:rPr lang="en-US" sz="12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= price</a:t>
            </a:r>
            <a:br>
              <a:rPr lang="en-US" sz="12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2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</a:t>
            </a:r>
            <a:r>
              <a:rPr lang="en-US" sz="1200" b="1" dirty="0" err="1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self</a:t>
            </a:r>
            <a:r>
              <a:rPr lang="en-US" sz="1200" b="1" dirty="0" err="1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.quantity</a:t>
            </a:r>
            <a:r>
              <a:rPr lang="en-US" sz="12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= quantity</a:t>
            </a:r>
            <a:br>
              <a:rPr lang="en-US" sz="12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2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</a:t>
            </a:r>
            <a:r>
              <a:rPr lang="en-US" sz="1200" b="1" dirty="0" err="1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self</a:t>
            </a:r>
            <a:r>
              <a:rPr lang="en-US" sz="1200" b="1" dirty="0" err="1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.uos</a:t>
            </a:r>
            <a:r>
              <a:rPr lang="en-US" sz="12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= </a:t>
            </a:r>
            <a:r>
              <a:rPr lang="en-US" sz="1200" b="1" dirty="0" err="1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uos</a:t>
            </a:r>
            <a:endParaRPr lang="en-US" sz="1200" b="1" dirty="0">
              <a:effectLst/>
              <a:latin typeface="Courier New" panose="020703090202050204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endParaRPr lang="en-US" sz="1200" b="1" dirty="0">
              <a:latin typeface="Courier New" panose="020703090202050204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B623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import</a:t>
            </a:r>
            <a:r>
              <a:rPr lang="en-US" sz="1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csv</a:t>
            </a:r>
            <a:br>
              <a:rPr lang="en-US" sz="1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br>
              <a:rPr lang="en-US" sz="1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products = []</a:t>
            </a:r>
            <a:br>
              <a:rPr lang="en-US" sz="1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500" b="1" dirty="0">
                <a:solidFill>
                  <a:srgbClr val="B623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with</a:t>
            </a:r>
            <a:r>
              <a:rPr lang="en-US" sz="1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5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open</a:t>
            </a:r>
            <a:r>
              <a:rPr lang="en-US" sz="1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1500" b="1" dirty="0">
                <a:solidFill>
                  <a:srgbClr val="006C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"inventory.csv"</a:t>
            </a:r>
            <a:r>
              <a:rPr lang="en-US" sz="1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500" b="1" dirty="0">
                <a:solidFill>
                  <a:srgbClr val="006C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"r"</a:t>
            </a:r>
            <a:r>
              <a:rPr lang="en-US" sz="1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 newline=</a:t>
            </a:r>
            <a:r>
              <a:rPr lang="en-US" sz="1500" b="1" dirty="0">
                <a:solidFill>
                  <a:srgbClr val="006C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""</a:t>
            </a:r>
            <a:r>
              <a:rPr lang="en-US" sz="1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 </a:t>
            </a:r>
            <a:r>
              <a:rPr lang="en-US" sz="1500" b="1" dirty="0">
                <a:solidFill>
                  <a:srgbClr val="B623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as</a:t>
            </a:r>
            <a:r>
              <a:rPr lang="en-US" sz="1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file:</a:t>
            </a:r>
            <a:br>
              <a:rPr lang="en-US" sz="1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reader = </a:t>
            </a:r>
            <a:r>
              <a:rPr lang="en-US" sz="15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csv.DictReader</a:t>
            </a:r>
            <a:r>
              <a:rPr lang="en-US" sz="1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(file)</a:t>
            </a:r>
            <a:br>
              <a:rPr lang="en-US" sz="1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br>
              <a:rPr lang="en-US" sz="1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</a:t>
            </a:r>
            <a:r>
              <a:rPr lang="en-US" sz="1500" b="1" dirty="0">
                <a:solidFill>
                  <a:srgbClr val="B623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for</a:t>
            </a:r>
            <a:r>
              <a:rPr lang="en-US" sz="1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row </a:t>
            </a:r>
            <a:r>
              <a:rPr lang="en-US" sz="1500" b="1" dirty="0">
                <a:solidFill>
                  <a:srgbClr val="B623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in</a:t>
            </a:r>
            <a:r>
              <a:rPr lang="en-US" sz="1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reader:</a:t>
            </a:r>
            <a:br>
              <a:rPr lang="en-US" sz="1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p = Product(row[</a:t>
            </a:r>
            <a:r>
              <a:rPr lang="en-US" sz="1500" b="1" dirty="0">
                <a:solidFill>
                  <a:srgbClr val="006C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"name"</a:t>
            </a:r>
            <a:r>
              <a:rPr lang="en-US" sz="1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],</a:t>
            </a:r>
            <a:r>
              <a:rPr lang="en-US" sz="1500" b="1" dirty="0">
                <a:solidFill>
                  <a:srgbClr val="000000"/>
                </a:solidFill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price=</a:t>
            </a:r>
            <a:r>
              <a:rPr lang="en-US" sz="15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float</a:t>
            </a:r>
            <a:r>
              <a:rPr lang="en-US" sz="1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(row[</a:t>
            </a:r>
            <a:r>
              <a:rPr lang="en-US" sz="1500" b="1" dirty="0">
                <a:solidFill>
                  <a:srgbClr val="006C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"price"</a:t>
            </a:r>
            <a:r>
              <a:rPr lang="en-US" sz="1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]),</a:t>
            </a:r>
            <a:br>
              <a:rPr lang="en-US" sz="1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         </a:t>
            </a:r>
            <a:r>
              <a:rPr lang="en-US" sz="15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int</a:t>
            </a:r>
            <a:r>
              <a:rPr lang="en-US" sz="1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(row[</a:t>
            </a:r>
            <a:r>
              <a:rPr lang="en-US" sz="1500" b="1" dirty="0">
                <a:solidFill>
                  <a:srgbClr val="006C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"quantity"</a:t>
            </a:r>
            <a:r>
              <a:rPr lang="en-US" sz="1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]),</a:t>
            </a:r>
            <a:r>
              <a:rPr lang="en-US" sz="1500" b="1" dirty="0">
                <a:solidFill>
                  <a:srgbClr val="000000"/>
                </a:solidFill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5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uos</a:t>
            </a:r>
            <a:r>
              <a:rPr lang="en-US" sz="1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=</a:t>
            </a:r>
            <a:r>
              <a:rPr lang="en-US" sz="15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int</a:t>
            </a:r>
            <a:r>
              <a:rPr lang="en-US" sz="1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(row[</a:t>
            </a:r>
            <a:r>
              <a:rPr lang="en-US" sz="1500" b="1" dirty="0">
                <a:solidFill>
                  <a:srgbClr val="006C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</a:t>
            </a:r>
            <a:r>
              <a:rPr lang="en-US" sz="1500" b="1" dirty="0" err="1">
                <a:solidFill>
                  <a:srgbClr val="006C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uos</a:t>
            </a:r>
            <a:r>
              <a:rPr lang="en-US" sz="1500" b="1" dirty="0">
                <a:solidFill>
                  <a:srgbClr val="006C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</a:t>
            </a:r>
            <a:r>
              <a:rPr lang="en-US" sz="1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]))</a:t>
            </a:r>
            <a:br>
              <a:rPr lang="en-US" sz="1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</a:t>
            </a:r>
            <a:r>
              <a:rPr lang="en-US" sz="15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products.append</a:t>
            </a:r>
            <a:r>
              <a:rPr lang="en-US" sz="1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(p)</a:t>
            </a:r>
            <a:br>
              <a:rPr lang="en-US" sz="12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endParaRPr lang="en-US" sz="12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1727480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527B99-1708-E440-03D2-06F87BDDC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Writing to CSV with </a:t>
            </a:r>
            <a:r>
              <a:rPr lang="en-US" dirty="0" err="1"/>
              <a:t>DictWriter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400E06-E9BD-3E7C-F6A6-F29FF96E6E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82786" y="1417108"/>
            <a:ext cx="4843272" cy="4597612"/>
          </a:xfrm>
        </p:spPr>
        <p:txBody>
          <a:bodyPr>
            <a:noAutofit/>
          </a:bodyPr>
          <a:lstStyle/>
          <a:p>
            <a:r>
              <a:rPr lang="en-US" sz="1800" dirty="0"/>
              <a:t>When we want also be able to write out our data</a:t>
            </a:r>
          </a:p>
          <a:p>
            <a:r>
              <a:rPr lang="en-US" sz="1800" dirty="0"/>
              <a:t>Remember the __</a:t>
            </a:r>
            <a:r>
              <a:rPr lang="en-US" sz="1800" dirty="0" err="1"/>
              <a:t>dict</a:t>
            </a:r>
            <a:r>
              <a:rPr lang="en-US" sz="1800" dirty="0"/>
              <a:t>__ dunder method we have</a:t>
            </a:r>
          </a:p>
          <a:p>
            <a:pPr lvl="1"/>
            <a:r>
              <a:rPr lang="en-US" sz="1600" dirty="0"/>
              <a:t>This comes from the parent super class object that every object inherits from</a:t>
            </a:r>
          </a:p>
          <a:p>
            <a:pPr lvl="1"/>
            <a:r>
              <a:rPr lang="en-US" sz="1600" dirty="0"/>
              <a:t>It automatically is set to take the name of our variables and use those as keys and assign their respective values making our object a dictionary</a:t>
            </a:r>
          </a:p>
          <a:p>
            <a:r>
              <a:rPr lang="en-US" sz="1800" dirty="0"/>
              <a:t>This is very helpful for writing out, BUT you must be cautious on if the keys are correct values</a:t>
            </a:r>
          </a:p>
          <a:p>
            <a:pPr lvl="1"/>
            <a:r>
              <a:rPr lang="en-US" sz="1600" dirty="0"/>
              <a:t>When using protected or private values that have underscores “_” in the name of the variables, those get set as keys</a:t>
            </a:r>
          </a:p>
          <a:p>
            <a:pPr lvl="1"/>
            <a:r>
              <a:rPr lang="en-US" sz="1600" dirty="0"/>
              <a:t>Because of this you may want to define your own method </a:t>
            </a:r>
            <a:r>
              <a:rPr lang="en-US" sz="1600" dirty="0" err="1"/>
              <a:t>to_dict</a:t>
            </a:r>
            <a:r>
              <a:rPr lang="en-US" sz="1600" dirty="0"/>
              <a:t>() or similar that sets the keys how you want them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0DFAEE-BA66-4F70-1567-FDA8C423D4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15283" y="1525481"/>
            <a:ext cx="6607384" cy="4143375"/>
          </a:xfrm>
        </p:spPr>
        <p:txBody>
          <a:bodyPr>
            <a:noAutofit/>
          </a:bodyPr>
          <a:lstStyle/>
          <a:p>
            <a:pPr marL="0" marR="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B623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import</a:t>
            </a: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csv</a:t>
            </a:r>
            <a:b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b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400" b="1" dirty="0">
                <a:solidFill>
                  <a:srgbClr val="B623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with</a:t>
            </a: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open</a:t>
            </a: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1400" b="1" dirty="0">
                <a:solidFill>
                  <a:srgbClr val="006C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"inventory.csv"</a:t>
            </a: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400" b="1" dirty="0">
                <a:solidFill>
                  <a:srgbClr val="006C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"r"</a:t>
            </a: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 newline=</a:t>
            </a:r>
            <a:r>
              <a:rPr lang="en-US" sz="1400" b="1" dirty="0">
                <a:solidFill>
                  <a:srgbClr val="006C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""</a:t>
            </a: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 </a:t>
            </a:r>
            <a:r>
              <a:rPr lang="en-US" sz="1400" b="1" dirty="0">
                <a:solidFill>
                  <a:srgbClr val="B623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as</a:t>
            </a: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file:</a:t>
            </a:r>
            <a:b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reader = </a:t>
            </a:r>
            <a:r>
              <a:rPr lang="en-US" sz="14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csv.DictReader</a:t>
            </a: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(file)</a:t>
            </a:r>
            <a:b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fieldnames = </a:t>
            </a:r>
            <a:r>
              <a:rPr lang="en-US" sz="14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reader.fieldnames</a:t>
            </a:r>
            <a:b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</a:t>
            </a:r>
            <a:r>
              <a:rPr lang="en-US" sz="1400" i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*** Code here to add into products list ***</a:t>
            </a:r>
            <a:b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endParaRPr lang="en-US" sz="14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1400" b="1" dirty="0">
                <a:solidFill>
                  <a:srgbClr val="B623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with</a:t>
            </a:r>
            <a:r>
              <a:rPr lang="en-US" sz="14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open</a:t>
            </a:r>
            <a:r>
              <a:rPr lang="en-US" sz="14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1400" b="1" dirty="0">
                <a:solidFill>
                  <a:srgbClr val="006C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"inventory_updated.csv"</a:t>
            </a:r>
            <a:r>
              <a:rPr lang="en-US" sz="14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400" b="1" dirty="0">
                <a:solidFill>
                  <a:srgbClr val="006C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"w"</a:t>
            </a:r>
            <a:r>
              <a:rPr lang="en-US" sz="14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 newline=</a:t>
            </a:r>
            <a:r>
              <a:rPr lang="en-US" sz="1400" b="1" dirty="0">
                <a:solidFill>
                  <a:srgbClr val="006C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""</a:t>
            </a:r>
            <a:r>
              <a:rPr lang="en-US" sz="14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 </a:t>
            </a:r>
            <a:r>
              <a:rPr lang="en-US" sz="1400" b="1" dirty="0">
                <a:solidFill>
                  <a:srgbClr val="B623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as</a:t>
            </a:r>
            <a:r>
              <a:rPr lang="en-US" sz="14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file:</a:t>
            </a:r>
            <a:br>
              <a:rPr lang="en-US" sz="14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4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writer = </a:t>
            </a:r>
            <a:r>
              <a:rPr lang="en-US" sz="1400" b="1" dirty="0" err="1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csv.DictWriter</a:t>
            </a:r>
            <a:r>
              <a:rPr lang="en-US" sz="14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(file, fieldnames=fieldnames)</a:t>
            </a:r>
            <a:br>
              <a:rPr lang="en-US" sz="14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4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</a:t>
            </a:r>
            <a:r>
              <a:rPr lang="en-US" sz="1400" b="1" dirty="0" err="1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writer.writeheader</a:t>
            </a:r>
            <a:r>
              <a:rPr lang="en-US" sz="14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()</a:t>
            </a:r>
            <a:br>
              <a:rPr lang="en-US" sz="14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br>
              <a:rPr lang="en-US" sz="14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4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</a:t>
            </a:r>
            <a:r>
              <a:rPr lang="en-US" sz="1400" b="1" dirty="0">
                <a:solidFill>
                  <a:srgbClr val="B623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for</a:t>
            </a:r>
            <a:r>
              <a:rPr lang="en-US" sz="14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p </a:t>
            </a:r>
            <a:r>
              <a:rPr lang="en-US" sz="1400" b="1" dirty="0">
                <a:solidFill>
                  <a:srgbClr val="B623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in</a:t>
            </a:r>
            <a:r>
              <a:rPr lang="en-US" sz="14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products:</a:t>
            </a:r>
            <a:br>
              <a:rPr lang="en-US" sz="14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4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</a:t>
            </a:r>
            <a:r>
              <a:rPr lang="en-US" sz="1400" b="1" dirty="0" err="1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writer.writerow</a:t>
            </a:r>
            <a:r>
              <a:rPr lang="en-US" sz="14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(p.__</a:t>
            </a:r>
            <a:r>
              <a:rPr lang="en-US" sz="1400" b="1" dirty="0" err="1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dict</a:t>
            </a:r>
            <a:r>
              <a:rPr lang="en-US" sz="14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__)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6314429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74F712-5FDF-1C94-70A7-FBCA8100B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CSV Pitfalls and Best Practices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A706B7-D1AF-C9F5-630D-7AF2A59634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Always use newline=“” when opening CSV files</a:t>
            </a:r>
          </a:p>
          <a:p>
            <a:r>
              <a:rPr lang="en-US" dirty="0"/>
              <a:t>Convert numeric values immediately</a:t>
            </a:r>
          </a:p>
          <a:p>
            <a:r>
              <a:rPr lang="en-US" dirty="0"/>
              <a:t>Avoid CSV for nested or complex data</a:t>
            </a:r>
          </a:p>
          <a:p>
            <a:r>
              <a:rPr lang="en-US" dirty="0"/>
              <a:t>Expect dirty or inconsistent real-world data</a:t>
            </a:r>
          </a:p>
          <a:p>
            <a:endParaRPr lang="en-US" dirty="0"/>
          </a:p>
          <a:p>
            <a:r>
              <a:rPr lang="en-US" dirty="0"/>
              <a:t>CSV is excellent for simple table-based data, but once it becomes hierarchical, formats like XML and JSON are more appropriate.</a:t>
            </a:r>
          </a:p>
        </p:txBody>
      </p:sp>
    </p:spTree>
    <p:extLst>
      <p:ext uri="{BB962C8B-B14F-4D97-AF65-F5344CB8AC3E}">
        <p14:creationId xmlns:p14="http://schemas.microsoft.com/office/powerpoint/2010/main" val="19101166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7CA9B-5AFC-25FB-2E49-EE2476A7CF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CSV Coding Example - Owners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85E29-09C7-5D0A-00EC-B86166E3C6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are going to store our Owners on the Bank Account in a CSV format</a:t>
            </a:r>
          </a:p>
          <a:p>
            <a:r>
              <a:rPr lang="en-US" dirty="0"/>
              <a:t>Since we are keeping separate files for data we need a way to link them to each bank account – eventually</a:t>
            </a:r>
          </a:p>
          <a:p>
            <a:pPr lvl="1"/>
            <a:r>
              <a:rPr lang="en-US" dirty="0"/>
              <a:t>For this we are doing to add in an “id” attribute on the object </a:t>
            </a:r>
          </a:p>
          <a:p>
            <a:pPr lvl="1"/>
            <a:r>
              <a:rPr lang="en-US" dirty="0"/>
              <a:t>This can be a manual entry like drivers license OR a randomly generated value OR just start adding to the list using index location as “id”</a:t>
            </a:r>
          </a:p>
          <a:p>
            <a:pPr lvl="2"/>
            <a:r>
              <a:rPr lang="en-US" dirty="0"/>
              <a:t>This kind of reflects databases </a:t>
            </a:r>
          </a:p>
          <a:p>
            <a:r>
              <a:rPr lang="en-US" dirty="0"/>
              <a:t>Ok once we modify our owners, we want to be able to read and write them out</a:t>
            </a:r>
          </a:p>
          <a:p>
            <a:r>
              <a:rPr lang="en-US" dirty="0"/>
              <a:t>Add in functionality to do that</a:t>
            </a:r>
          </a:p>
        </p:txBody>
      </p:sp>
    </p:spTree>
    <p:extLst>
      <p:ext uri="{BB962C8B-B14F-4D97-AF65-F5344CB8AC3E}">
        <p14:creationId xmlns:p14="http://schemas.microsoft.com/office/powerpoint/2010/main" val="20137963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A2843C-1A52-B4B7-86DA-B08268D622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XML Parsing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1C6784-6E72-4D66-1C43-39E2AAAEDF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Adv. Python Programming</a:t>
            </a:r>
          </a:p>
        </p:txBody>
      </p:sp>
    </p:spTree>
    <p:extLst>
      <p:ext uri="{BB962C8B-B14F-4D97-AF65-F5344CB8AC3E}">
        <p14:creationId xmlns:p14="http://schemas.microsoft.com/office/powerpoint/2010/main" val="39787474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6161DC-161B-CE7F-6A3D-ED093B7E4F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XML?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6279FE-C6EC-E18D-CEFC-D770967FBD8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err="1"/>
              <a:t>eXtensible</a:t>
            </a:r>
            <a:r>
              <a:rPr lang="en-US" dirty="0"/>
              <a:t> Markup Language (XML) represents data using nested tags</a:t>
            </a:r>
          </a:p>
          <a:p>
            <a:r>
              <a:rPr lang="en-US" dirty="0"/>
              <a:t>Unlike plain files, XML encodes structure directly into the data itself</a:t>
            </a:r>
          </a:p>
          <a:p>
            <a:r>
              <a:rPr lang="en-US" dirty="0"/>
              <a:t>Make relationships between pieces of data explicit and easier for programs to understand, validate and modify</a:t>
            </a:r>
          </a:p>
          <a:p>
            <a:r>
              <a:rPr lang="en-US" dirty="0"/>
              <a:t>XML is commonly used when data needs to be shared between system, stored long term, or organized in a hierarchical way</a:t>
            </a:r>
          </a:p>
          <a:p>
            <a:pPr lvl="1"/>
            <a:r>
              <a:rPr lang="en-US" dirty="0"/>
              <a:t>This is how you can get two different applications to talk to each other</a:t>
            </a:r>
          </a:p>
          <a:p>
            <a:r>
              <a:rPr lang="en-US" dirty="0"/>
              <a:t>The data lives inside a tag and group together in other tags</a:t>
            </a:r>
          </a:p>
          <a:p>
            <a:pPr lvl="1"/>
            <a:r>
              <a:rPr lang="en-US" dirty="0"/>
              <a:t>think how HTML uses tags – same here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D709E9-18C2-F64E-1D7F-C289C03B41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1" y="1552575"/>
            <a:ext cx="5579531" cy="414337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&lt;inventory&gt;</a:t>
            </a:r>
            <a:br>
              <a:rPr lang="en-US" sz="17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7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&lt;product&gt;</a:t>
            </a:r>
            <a:br>
              <a:rPr lang="en-US" sz="17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7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&lt;name&gt;Apple&lt;/name&gt;</a:t>
            </a:r>
            <a:br>
              <a:rPr lang="en-US" sz="17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7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</a:t>
            </a:r>
            <a:r>
              <a:rPr lang="en-US" sz="17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&lt;price&gt;5.99&lt;/price&gt;</a:t>
            </a:r>
            <a:br>
              <a:rPr lang="en-US" sz="17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7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&lt;quantity </a:t>
            </a:r>
            <a:r>
              <a:rPr lang="en-US" sz="1700" b="1" dirty="0" err="1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uos</a:t>
            </a:r>
            <a:r>
              <a:rPr lang="en-US" sz="17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="6"&gt;10&lt;/quantity&gt;</a:t>
            </a:r>
            <a:br>
              <a:rPr lang="en-US" sz="17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7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&lt;/product&gt;</a:t>
            </a:r>
            <a:br>
              <a:rPr lang="en-US" sz="17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7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&lt;product&gt;</a:t>
            </a:r>
            <a:br>
              <a:rPr lang="en-US" sz="17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7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&lt;name&gt;Orange&lt;/name&gt;</a:t>
            </a:r>
            <a:br>
              <a:rPr lang="en-US" sz="17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7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&lt;price&gt;6.49&lt;/price&gt;</a:t>
            </a:r>
            <a:br>
              <a:rPr lang="en-US" sz="17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7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&lt;quantity </a:t>
            </a:r>
            <a:r>
              <a:rPr lang="en-US" sz="1700" b="1" dirty="0" err="1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uos</a:t>
            </a:r>
            <a:r>
              <a:rPr lang="en-US" sz="17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="5"&gt;8&lt;/quantity&gt;</a:t>
            </a:r>
            <a:br>
              <a:rPr lang="en-US" sz="17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7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&lt;/product&gt;</a:t>
            </a:r>
            <a:br>
              <a:rPr lang="en-US" sz="17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7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&lt;product&gt;</a:t>
            </a:r>
            <a:br>
              <a:rPr lang="en-US" sz="17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7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&lt;name&gt;Banana&lt;/name&gt;</a:t>
            </a:r>
            <a:br>
              <a:rPr lang="en-US" sz="17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7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&lt;price&gt;4.25&lt;/price&gt;</a:t>
            </a:r>
            <a:br>
              <a:rPr lang="en-US" sz="17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7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&lt;quantity </a:t>
            </a:r>
            <a:r>
              <a:rPr lang="en-US" sz="1700" b="1" dirty="0" err="1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uos</a:t>
            </a:r>
            <a:r>
              <a:rPr lang="en-US" sz="17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="7"&gt;12&lt;/quantity&gt;</a:t>
            </a:r>
            <a:br>
              <a:rPr lang="en-US" sz="17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7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&lt;/product&gt;</a:t>
            </a:r>
            <a:br>
              <a:rPr lang="en-US" sz="17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7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&lt;/inventory&gt;</a:t>
            </a: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21041606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8252B-2D9A-0742-8362-731F161D0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XML Vocabulary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EFD109-0A70-9BE3-77AB-65D08B72F1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14715" y="1552575"/>
            <a:ext cx="4843272" cy="4421505"/>
          </a:xfrm>
        </p:spPr>
        <p:txBody>
          <a:bodyPr>
            <a:noAutofit/>
          </a:bodyPr>
          <a:lstStyle/>
          <a:p>
            <a:r>
              <a:rPr lang="en-US" dirty="0"/>
              <a:t>Root</a:t>
            </a:r>
          </a:p>
          <a:p>
            <a:pPr lvl="1"/>
            <a:r>
              <a:rPr lang="en-US" dirty="0"/>
              <a:t>The main tag for the entire file</a:t>
            </a:r>
          </a:p>
          <a:p>
            <a:r>
              <a:rPr lang="en-US" dirty="0"/>
              <a:t>Element</a:t>
            </a:r>
          </a:p>
          <a:p>
            <a:pPr lvl="1"/>
            <a:r>
              <a:rPr lang="en-US" dirty="0"/>
              <a:t>Child tags of the root</a:t>
            </a:r>
          </a:p>
          <a:p>
            <a:pPr lvl="1"/>
            <a:r>
              <a:rPr lang="en-US" dirty="0"/>
              <a:t>Can have child tags of these tags</a:t>
            </a:r>
          </a:p>
          <a:p>
            <a:r>
              <a:rPr lang="en-US" dirty="0"/>
              <a:t>Attribute</a:t>
            </a:r>
          </a:p>
          <a:p>
            <a:pPr lvl="1"/>
            <a:r>
              <a:rPr lang="en-US" dirty="0"/>
              <a:t>A property you can set on an element</a:t>
            </a:r>
          </a:p>
          <a:p>
            <a:r>
              <a:rPr lang="en-US" dirty="0"/>
              <a:t>We have open and close tags for each</a:t>
            </a:r>
          </a:p>
          <a:p>
            <a:r>
              <a:rPr lang="en-US" dirty="0"/>
              <a:t>Elements are tabbed inside others for easy reading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7F5365-B29D-1CE9-B936-0765FE0BFA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57987" y="1762548"/>
            <a:ext cx="7118775" cy="414337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&lt;inventory&gt;   </a:t>
            </a:r>
            <a:r>
              <a:rPr lang="en-US" sz="1400" b="1" dirty="0">
                <a:solidFill>
                  <a:srgbClr val="A20000"/>
                </a:solidFill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&lt;- root</a:t>
            </a:r>
            <a:br>
              <a:rPr lang="en-US" sz="1400" b="1" dirty="0">
                <a:solidFill>
                  <a:srgbClr val="000000"/>
                </a:solidFill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400" b="1" dirty="0">
                <a:solidFill>
                  <a:srgbClr val="000000"/>
                </a:solidFill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&lt;product&gt;    </a:t>
            </a:r>
            <a:r>
              <a:rPr lang="en-US" sz="1400" b="1" dirty="0">
                <a:solidFill>
                  <a:srgbClr val="A20000"/>
                </a:solidFill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&lt;- element</a:t>
            </a:r>
            <a:br>
              <a:rPr lang="en-US" sz="1400" b="1" dirty="0">
                <a:solidFill>
                  <a:srgbClr val="000000"/>
                </a:solidFill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400" b="1" dirty="0">
                <a:solidFill>
                  <a:srgbClr val="000000"/>
                </a:solidFill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&lt;name&gt;Apple&lt;/name&gt;  </a:t>
            </a:r>
            <a:r>
              <a:rPr lang="en-US" sz="1400" b="1" dirty="0">
                <a:solidFill>
                  <a:srgbClr val="A20000"/>
                </a:solidFill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&lt;- element</a:t>
            </a:r>
            <a:br>
              <a:rPr lang="en-US" sz="1400" b="1" dirty="0">
                <a:solidFill>
                  <a:srgbClr val="000000"/>
                </a:solidFill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400" b="1" dirty="0">
                <a:solidFill>
                  <a:srgbClr val="000000"/>
                </a:solidFill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</a:t>
            </a:r>
            <a:r>
              <a:rPr lang="en-US" sz="1400" b="1" dirty="0"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&lt;price&gt;5.99&lt;/price&gt;  </a:t>
            </a:r>
            <a:r>
              <a:rPr lang="en-US" sz="1400" b="1" dirty="0">
                <a:solidFill>
                  <a:srgbClr val="A20000"/>
                </a:solidFill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&lt;- element</a:t>
            </a:r>
            <a:br>
              <a:rPr lang="en-US" sz="1400" b="1" dirty="0"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400" b="1" dirty="0"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&lt;quantity </a:t>
            </a:r>
            <a:r>
              <a:rPr lang="en-US" sz="1400" b="1" dirty="0" err="1"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uos</a:t>
            </a:r>
            <a:r>
              <a:rPr lang="en-US" sz="1400" b="1" dirty="0"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="6"&gt;10&lt;/quantity&gt; </a:t>
            </a:r>
            <a:r>
              <a:rPr lang="en-US" sz="1400" b="1" dirty="0">
                <a:solidFill>
                  <a:srgbClr val="A20000"/>
                </a:solidFill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&lt;- element with attribute</a:t>
            </a:r>
            <a:br>
              <a:rPr lang="en-US" sz="1400" b="1" dirty="0"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400" b="1" dirty="0"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&lt;/product&gt;  </a:t>
            </a:r>
            <a:r>
              <a:rPr lang="en-US" sz="1400" b="1" dirty="0">
                <a:solidFill>
                  <a:srgbClr val="A20000"/>
                </a:solidFill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&lt;- closing element</a:t>
            </a:r>
            <a:br>
              <a:rPr lang="en-US" sz="1400" b="1" dirty="0"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400" b="1" dirty="0"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&lt;product&gt;</a:t>
            </a:r>
            <a:br>
              <a:rPr lang="en-US" sz="1400" b="1" dirty="0"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400" b="1" dirty="0"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&lt;name&gt;Orange&lt;/name&gt;</a:t>
            </a:r>
            <a:br>
              <a:rPr lang="en-US" sz="1400" b="1" dirty="0"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400" b="1" dirty="0"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&lt;price&gt;6.49&lt;/price&gt;</a:t>
            </a:r>
            <a:br>
              <a:rPr lang="en-US" sz="1400" b="1" dirty="0"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400" b="1" dirty="0"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&lt;quantity </a:t>
            </a:r>
            <a:r>
              <a:rPr lang="en-US" sz="1400" b="1" dirty="0" err="1"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uos</a:t>
            </a:r>
            <a:r>
              <a:rPr lang="en-US" sz="1400" b="1" dirty="0"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="5"&gt;8&lt;/quantity&gt;</a:t>
            </a:r>
            <a:br>
              <a:rPr lang="en-US" sz="1400" b="1" dirty="0"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400" b="1" dirty="0"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&lt;/product&gt;</a:t>
            </a:r>
            <a:br>
              <a:rPr lang="en-US" sz="1400" b="1" dirty="0"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400" b="1" dirty="0"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&lt;product&gt;</a:t>
            </a:r>
            <a:br>
              <a:rPr lang="en-US" sz="1400" b="1" dirty="0"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400" b="1" dirty="0"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&lt;name&gt;Banana&lt;/name&gt;</a:t>
            </a:r>
            <a:br>
              <a:rPr lang="en-US" sz="1400" b="1" dirty="0"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400" b="1" dirty="0"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&lt;price&gt;4.25&lt;/price&gt;</a:t>
            </a:r>
            <a:br>
              <a:rPr lang="en-US" sz="1400" b="1" dirty="0"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400" b="1" dirty="0"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&lt;quantity </a:t>
            </a:r>
            <a:r>
              <a:rPr lang="en-US" sz="1400" b="1" dirty="0" err="1"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uos</a:t>
            </a:r>
            <a:r>
              <a:rPr lang="en-US" sz="1400" b="1" dirty="0"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="7"&gt;12&lt;/quantity&gt;</a:t>
            </a:r>
            <a:br>
              <a:rPr lang="en-US" sz="1400" b="1" dirty="0"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400" b="1" dirty="0"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&lt;/product&gt;</a:t>
            </a:r>
            <a:br>
              <a:rPr lang="en-US" sz="1400" b="1" dirty="0"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400" b="1" dirty="0"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&lt;/inventory&gt;  </a:t>
            </a:r>
            <a:r>
              <a:rPr lang="en-US" sz="1400" b="1" dirty="0">
                <a:solidFill>
                  <a:srgbClr val="A20000"/>
                </a:solidFill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&lt;- closing root</a:t>
            </a:r>
            <a:endParaRPr lang="en-US" sz="1400" dirty="0">
              <a:solidFill>
                <a:srgbClr val="A20000"/>
              </a:solidFill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49043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B9120-BB5D-AAFE-F0C8-3E75A29B58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XML library in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EE40A5-6B32-24FD-4F22-9BDED48D09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4342" y="1545801"/>
            <a:ext cx="4843272" cy="4340225"/>
          </a:xfrm>
        </p:spPr>
        <p:txBody>
          <a:bodyPr>
            <a:noAutofit/>
          </a:bodyPr>
          <a:lstStyle/>
          <a:p>
            <a:r>
              <a:rPr lang="en-US" sz="1800" dirty="0"/>
              <a:t>The </a:t>
            </a:r>
            <a:r>
              <a:rPr lang="en-US" sz="1800" dirty="0" err="1"/>
              <a:t>xml.etree.ElementTree</a:t>
            </a:r>
            <a:r>
              <a:rPr lang="en-US" sz="1800" dirty="0"/>
              <a:t> library provides a simple and efficient way to work with XML data</a:t>
            </a:r>
          </a:p>
          <a:p>
            <a:r>
              <a:rPr lang="en-US" sz="1800" dirty="0"/>
              <a:t>We first use the parse() function</a:t>
            </a:r>
          </a:p>
          <a:p>
            <a:r>
              <a:rPr lang="en-US" sz="1800" dirty="0"/>
              <a:t>Then we get the root element from the parsed tree</a:t>
            </a:r>
          </a:p>
          <a:p>
            <a:r>
              <a:rPr lang="en-US" sz="1800" dirty="0"/>
              <a:t>After that we can use </a:t>
            </a:r>
            <a:r>
              <a:rPr lang="en-US" sz="1800" dirty="0" err="1">
                <a:latin typeface="Consolas" panose="020B0609020204030204" pitchFamily="49" charset="0"/>
              </a:rPr>
              <a:t>findall</a:t>
            </a:r>
            <a:r>
              <a:rPr lang="en-US" sz="1800" dirty="0">
                <a:latin typeface="Consolas" panose="020B0609020204030204" pitchFamily="49" charset="0"/>
              </a:rPr>
              <a:t>()</a:t>
            </a:r>
            <a:r>
              <a:rPr lang="en-US" sz="1800" dirty="0"/>
              <a:t> and </a:t>
            </a:r>
            <a:r>
              <a:rPr lang="en-US" sz="1800" dirty="0">
                <a:latin typeface="Consolas" panose="020B0609020204030204" pitchFamily="49" charset="0"/>
              </a:rPr>
              <a:t>find()</a:t>
            </a:r>
            <a:r>
              <a:rPr lang="en-US" sz="1800" dirty="0"/>
              <a:t> functions to go through the root</a:t>
            </a:r>
          </a:p>
          <a:p>
            <a:r>
              <a:rPr lang="en-US" sz="1800" dirty="0"/>
              <a:t>Once we have the elements use the </a:t>
            </a:r>
            <a:r>
              <a:rPr lang="en-US" sz="1800" dirty="0">
                <a:latin typeface="Consolas" panose="020B0609020204030204" pitchFamily="49" charset="0"/>
              </a:rPr>
              <a:t>.text</a:t>
            </a:r>
            <a:r>
              <a:rPr lang="en-US" sz="1800" dirty="0"/>
              <a:t> property to get and set the values</a:t>
            </a:r>
          </a:p>
          <a:p>
            <a:r>
              <a:rPr lang="en-US" sz="1800" dirty="0"/>
              <a:t>Use the </a:t>
            </a:r>
            <a:r>
              <a:rPr lang="en-US" sz="1800" dirty="0">
                <a:latin typeface="Consolas" panose="020B0609020204030204" pitchFamily="49" charset="0"/>
              </a:rPr>
              <a:t>.get()</a:t>
            </a:r>
            <a:r>
              <a:rPr lang="en-US" sz="1800" dirty="0"/>
              <a:t> function to get attributes from the element</a:t>
            </a:r>
          </a:p>
          <a:p>
            <a:r>
              <a:rPr lang="en-US" sz="1800" dirty="0"/>
              <a:t>Of course, just like with CSV we usually want to save this information to objects and store as needed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0C8F42-FB64-CC3C-E9F2-1537CF0E33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60814" y="1644225"/>
            <a:ext cx="6399106" cy="414337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B623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import</a:t>
            </a:r>
            <a:r>
              <a:rPr lang="en-US" sz="16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xml.etree.ElementTree</a:t>
            </a:r>
            <a:r>
              <a:rPr lang="en-US" sz="16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600" b="1" dirty="0">
                <a:solidFill>
                  <a:srgbClr val="B623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as</a:t>
            </a:r>
            <a:r>
              <a:rPr lang="en-US" sz="16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ET</a:t>
            </a:r>
            <a:br>
              <a:rPr lang="en-US" sz="16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br>
              <a:rPr lang="en-US" sz="16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6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tree = </a:t>
            </a:r>
            <a:r>
              <a:rPr lang="en-US" sz="1600" b="1" dirty="0" err="1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ET.parse</a:t>
            </a:r>
            <a:r>
              <a:rPr lang="en-US" sz="16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1600" b="1" dirty="0">
                <a:solidFill>
                  <a:srgbClr val="006C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"inventory.xml"</a:t>
            </a:r>
            <a:r>
              <a:rPr lang="en-US" sz="16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</a:t>
            </a:r>
            <a:br>
              <a:rPr lang="en-US" sz="16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6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root = </a:t>
            </a:r>
            <a:r>
              <a:rPr lang="en-US" sz="1600" b="1" dirty="0" err="1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tree.getroot</a:t>
            </a:r>
            <a:r>
              <a:rPr lang="en-US" sz="16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()</a:t>
            </a:r>
          </a:p>
          <a:p>
            <a:pPr marL="0" indent="0">
              <a:buNone/>
            </a:pPr>
            <a:endParaRPr lang="en-US" sz="1600" b="1" dirty="0">
              <a:latin typeface="Courier New" panose="020703090202050204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6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products = []</a:t>
            </a:r>
            <a:br>
              <a:rPr lang="en-US" sz="16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br>
              <a:rPr lang="en-US" sz="16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600" b="1" dirty="0">
                <a:solidFill>
                  <a:srgbClr val="B623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for</a:t>
            </a:r>
            <a:r>
              <a:rPr lang="en-US" sz="16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product </a:t>
            </a:r>
            <a:r>
              <a:rPr lang="en-US" sz="1600" b="1" dirty="0">
                <a:solidFill>
                  <a:srgbClr val="B623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in</a:t>
            </a:r>
            <a:r>
              <a:rPr lang="en-US" sz="16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root.findall</a:t>
            </a:r>
            <a:r>
              <a:rPr lang="en-US" sz="16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1600" b="1" dirty="0">
                <a:solidFill>
                  <a:srgbClr val="006C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"product"</a:t>
            </a:r>
            <a:r>
              <a:rPr lang="en-US" sz="16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):</a:t>
            </a:r>
            <a:br>
              <a:rPr lang="en-US" sz="16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6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</a:t>
            </a:r>
            <a:r>
              <a:rPr lang="en-US" sz="1600" b="1" dirty="0" err="1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products.append</a:t>
            </a:r>
            <a:r>
              <a:rPr lang="en-US" sz="16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(Product(</a:t>
            </a:r>
            <a:br>
              <a:rPr lang="en-US" sz="16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6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</a:t>
            </a:r>
            <a:r>
              <a:rPr lang="en-US" sz="1600" b="1" dirty="0" err="1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product.find</a:t>
            </a:r>
            <a:r>
              <a:rPr lang="en-US" sz="16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1600" b="1" dirty="0">
                <a:solidFill>
                  <a:srgbClr val="006C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"name"</a:t>
            </a:r>
            <a:r>
              <a:rPr lang="en-US" sz="16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).text,</a:t>
            </a:r>
            <a:br>
              <a:rPr lang="en-US" sz="16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6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</a:t>
            </a:r>
            <a:r>
              <a:rPr lang="en-US" sz="16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float</a:t>
            </a:r>
            <a:r>
              <a:rPr lang="en-US" sz="16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1600" b="1" dirty="0" err="1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product.find</a:t>
            </a:r>
            <a:r>
              <a:rPr lang="en-US" sz="16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1600" b="1" dirty="0">
                <a:solidFill>
                  <a:srgbClr val="006C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"price"</a:t>
            </a:r>
            <a:r>
              <a:rPr lang="en-US" sz="16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).text),</a:t>
            </a:r>
            <a:br>
              <a:rPr lang="en-US" sz="16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6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</a:t>
            </a:r>
            <a:r>
              <a:rPr lang="en-US" sz="16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int</a:t>
            </a:r>
            <a:r>
              <a:rPr lang="en-US" sz="16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1600" b="1" dirty="0" err="1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product.find</a:t>
            </a:r>
            <a:r>
              <a:rPr lang="en-US" sz="16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1600" b="1" dirty="0">
                <a:solidFill>
                  <a:srgbClr val="006C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"quantity"</a:t>
            </a:r>
            <a:r>
              <a:rPr lang="en-US" sz="16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).text),</a:t>
            </a:r>
            <a:br>
              <a:rPr lang="en-US" sz="16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6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</a:t>
            </a:r>
            <a:r>
              <a:rPr lang="en-US" sz="16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int</a:t>
            </a:r>
            <a:r>
              <a:rPr lang="en-US" sz="16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1600" b="1" dirty="0" err="1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product.find</a:t>
            </a:r>
            <a:r>
              <a:rPr lang="en-US" sz="16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1600" b="1" dirty="0">
                <a:solidFill>
                  <a:srgbClr val="006C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"quantity"</a:t>
            </a:r>
            <a:r>
              <a:rPr lang="en-US" sz="16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).get(</a:t>
            </a:r>
            <a:r>
              <a:rPr lang="en-US" sz="1600" b="1" dirty="0">
                <a:solidFill>
                  <a:srgbClr val="006C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</a:t>
            </a:r>
            <a:r>
              <a:rPr lang="en-US" sz="1600" b="1" dirty="0" err="1">
                <a:solidFill>
                  <a:srgbClr val="006C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uos</a:t>
            </a:r>
            <a:r>
              <a:rPr lang="en-US" sz="1600" b="1" dirty="0">
                <a:solidFill>
                  <a:srgbClr val="006C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</a:t>
            </a:r>
            <a:r>
              <a:rPr lang="en-US" sz="16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))</a:t>
            </a:r>
            <a:br>
              <a:rPr lang="en-US" sz="16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6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))</a:t>
            </a:r>
            <a:br>
              <a:rPr lang="en-US" sz="1500" b="1" dirty="0">
                <a:solidFill>
                  <a:srgbClr val="008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endParaRPr lang="en-US" sz="15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5666140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26B775C-395B-8B28-EC1B-CCB7D83230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Modifying XML file (no objects)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4369CC4-CCE6-AF0F-1DAE-DE3DFA5BC5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9861" y="1567603"/>
            <a:ext cx="4843272" cy="4143375"/>
          </a:xfrm>
        </p:spPr>
        <p:txBody>
          <a:bodyPr>
            <a:noAutofit/>
          </a:bodyPr>
          <a:lstStyle/>
          <a:p>
            <a:r>
              <a:rPr lang="en-US" sz="2000" dirty="0"/>
              <a:t>When you want to modify XML files the most basic way is to use the </a:t>
            </a:r>
            <a:r>
              <a:rPr lang="en-US" sz="2000" dirty="0" err="1">
                <a:latin typeface="Consolas" panose="020B0609020204030204" pitchFamily="49" charset="0"/>
              </a:rPr>
              <a:t>SubElement</a:t>
            </a:r>
            <a:r>
              <a:rPr lang="en-US" sz="2000" dirty="0">
                <a:latin typeface="Consolas" panose="020B0609020204030204" pitchFamily="49" charset="0"/>
              </a:rPr>
              <a:t>()</a:t>
            </a:r>
            <a:r>
              <a:rPr lang="en-US" sz="2000" dirty="0"/>
              <a:t> method</a:t>
            </a:r>
          </a:p>
          <a:p>
            <a:r>
              <a:rPr lang="en-US" sz="2000" dirty="0"/>
              <a:t>The </a:t>
            </a:r>
            <a:r>
              <a:rPr lang="en-US" sz="2000" dirty="0" err="1">
                <a:latin typeface="Consolas" panose="020B0609020204030204" pitchFamily="49" charset="0"/>
              </a:rPr>
              <a:t>SubElement</a:t>
            </a:r>
            <a:r>
              <a:rPr lang="en-US" sz="2000" dirty="0">
                <a:latin typeface="Consolas" panose="020B0609020204030204" pitchFamily="49" charset="0"/>
              </a:rPr>
              <a:t>(parent, tag)</a:t>
            </a:r>
            <a:r>
              <a:rPr lang="en-US" sz="2000" dirty="0"/>
              <a:t> requires the parent to add an element then what the actual tag value is</a:t>
            </a:r>
          </a:p>
          <a:p>
            <a:r>
              <a:rPr lang="en-US" sz="2000" dirty="0"/>
              <a:t>You can then use the .text for setting actual value</a:t>
            </a:r>
          </a:p>
          <a:p>
            <a:r>
              <a:rPr lang="en-US" sz="2000" dirty="0"/>
              <a:t>The </a:t>
            </a:r>
            <a:r>
              <a:rPr lang="en-US" sz="2000" dirty="0">
                <a:latin typeface="Consolas" panose="020B0609020204030204" pitchFamily="49" charset="0"/>
              </a:rPr>
              <a:t>.set(attribute, value)</a:t>
            </a:r>
            <a:r>
              <a:rPr lang="en-US" sz="2000" dirty="0"/>
              <a:t> function to set up attributes of the elements</a:t>
            </a:r>
          </a:p>
          <a:p>
            <a:r>
              <a:rPr lang="en-US" sz="2000" dirty="0"/>
              <a:t>If you are modifying the file then you can call the </a:t>
            </a:r>
            <a:r>
              <a:rPr lang="en-US" sz="2000" dirty="0">
                <a:latin typeface="Consolas" panose="020B0609020204030204" pitchFamily="49" charset="0"/>
              </a:rPr>
              <a:t>write()</a:t>
            </a:r>
            <a:r>
              <a:rPr lang="en-US" sz="2000" dirty="0"/>
              <a:t> function on the tree to save</a:t>
            </a:r>
          </a:p>
          <a:p>
            <a:r>
              <a:rPr lang="en-US" sz="2000" dirty="0"/>
              <a:t>Here in this code we added a Kiwi element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353AD79-F165-4E47-A218-8DCA9DE2B3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21961" y="1590886"/>
            <a:ext cx="6554891" cy="4143375"/>
          </a:xfrm>
        </p:spPr>
        <p:txBody>
          <a:bodyPr>
            <a:normAutofit fontScale="55000" lnSpcReduction="20000"/>
          </a:bodyPr>
          <a:lstStyle/>
          <a:p>
            <a:pPr marL="0" marR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2900" b="1" dirty="0">
                <a:solidFill>
                  <a:srgbClr val="B623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import</a:t>
            </a:r>
            <a:r>
              <a:rPr lang="en-US" sz="29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9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xml.etree.ElementTree</a:t>
            </a:r>
            <a:r>
              <a:rPr lang="en-US" sz="29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900" b="1" dirty="0">
                <a:solidFill>
                  <a:srgbClr val="B623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as</a:t>
            </a:r>
            <a:r>
              <a:rPr lang="en-US" sz="29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ET </a:t>
            </a:r>
            <a:br>
              <a:rPr lang="en-US" sz="29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29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tree = </a:t>
            </a:r>
            <a:r>
              <a:rPr lang="en-US" sz="29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ET.parse</a:t>
            </a:r>
            <a:r>
              <a:rPr lang="en-US" sz="29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2900" b="1" dirty="0">
                <a:solidFill>
                  <a:srgbClr val="006C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"inventory.xml"</a:t>
            </a:r>
            <a:r>
              <a:rPr lang="en-US" sz="29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</a:t>
            </a:r>
            <a:br>
              <a:rPr lang="en-US" sz="29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29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root = </a:t>
            </a:r>
            <a:r>
              <a:rPr lang="en-US" sz="29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tree.getroot</a:t>
            </a:r>
            <a:r>
              <a:rPr lang="en-US" sz="29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()</a:t>
            </a:r>
            <a:br>
              <a:rPr lang="en-US" sz="29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br>
              <a:rPr lang="en-US" sz="29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29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prod = </a:t>
            </a:r>
            <a:r>
              <a:rPr lang="en-US" sz="29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ET.SubElement</a:t>
            </a:r>
            <a:r>
              <a:rPr lang="en-US" sz="29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(root, </a:t>
            </a:r>
            <a:r>
              <a:rPr lang="en-US" sz="2900" b="1" dirty="0">
                <a:solidFill>
                  <a:srgbClr val="006C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"product"</a:t>
            </a:r>
            <a:r>
              <a:rPr lang="en-US" sz="29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</a:t>
            </a:r>
            <a:br>
              <a:rPr lang="en-US" sz="29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29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name = </a:t>
            </a:r>
            <a:r>
              <a:rPr lang="en-US" sz="29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ET.SubElement</a:t>
            </a:r>
            <a:r>
              <a:rPr lang="en-US" sz="29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(prod, </a:t>
            </a:r>
            <a:r>
              <a:rPr lang="en-US" sz="2900" b="1" dirty="0">
                <a:solidFill>
                  <a:srgbClr val="006C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"name"</a:t>
            </a:r>
            <a:r>
              <a:rPr lang="en-US" sz="29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</a:t>
            </a:r>
            <a:br>
              <a:rPr lang="en-US" sz="29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29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name.text</a:t>
            </a:r>
            <a:r>
              <a:rPr lang="en-US" sz="29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= </a:t>
            </a:r>
            <a:r>
              <a:rPr lang="en-US" sz="2900" b="1" dirty="0">
                <a:solidFill>
                  <a:srgbClr val="006C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"Kiwi"</a:t>
            </a:r>
            <a:br>
              <a:rPr lang="en-US" sz="2900" b="1" dirty="0">
                <a:solidFill>
                  <a:srgbClr val="006C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br>
              <a:rPr lang="en-US" sz="29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29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price = </a:t>
            </a:r>
            <a:r>
              <a:rPr lang="en-US" sz="29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ET.SubElement</a:t>
            </a:r>
            <a:r>
              <a:rPr lang="en-US" sz="29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(prod, </a:t>
            </a:r>
            <a:r>
              <a:rPr lang="en-US" sz="2900" b="1" dirty="0">
                <a:solidFill>
                  <a:srgbClr val="006C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"price"</a:t>
            </a:r>
            <a:r>
              <a:rPr lang="en-US" sz="29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</a:t>
            </a:r>
            <a:br>
              <a:rPr lang="en-US" sz="29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29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price.text</a:t>
            </a:r>
            <a:r>
              <a:rPr lang="en-US" sz="29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= </a:t>
            </a:r>
            <a:r>
              <a:rPr lang="en-US" sz="2900" b="1" dirty="0">
                <a:solidFill>
                  <a:srgbClr val="006C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"5.45"</a:t>
            </a:r>
            <a:br>
              <a:rPr lang="en-US" sz="2900" b="1" dirty="0">
                <a:solidFill>
                  <a:srgbClr val="006C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br>
              <a:rPr lang="en-US" sz="29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29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qty = </a:t>
            </a:r>
            <a:r>
              <a:rPr lang="en-US" sz="29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ET.SubElement</a:t>
            </a:r>
            <a:r>
              <a:rPr lang="en-US" sz="29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(prod, </a:t>
            </a:r>
            <a:r>
              <a:rPr lang="en-US" sz="2900" b="1" dirty="0">
                <a:solidFill>
                  <a:srgbClr val="006C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"quantity"</a:t>
            </a:r>
            <a:r>
              <a:rPr lang="en-US" sz="29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</a:t>
            </a:r>
            <a:br>
              <a:rPr lang="en-US" sz="29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29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qty.text</a:t>
            </a:r>
            <a:r>
              <a:rPr lang="en-US" sz="29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= </a:t>
            </a:r>
            <a:r>
              <a:rPr lang="en-US" sz="2900" b="1" dirty="0">
                <a:solidFill>
                  <a:srgbClr val="006C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"5"</a:t>
            </a:r>
            <a:br>
              <a:rPr lang="en-US" sz="29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29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qty.set</a:t>
            </a:r>
            <a:r>
              <a:rPr lang="en-US" sz="29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2900" b="1" dirty="0">
                <a:solidFill>
                  <a:srgbClr val="006C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</a:t>
            </a:r>
            <a:r>
              <a:rPr lang="en-US" sz="2900" b="1" dirty="0" err="1">
                <a:solidFill>
                  <a:srgbClr val="006C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uos</a:t>
            </a:r>
            <a:r>
              <a:rPr lang="en-US" sz="2900" b="1" dirty="0">
                <a:solidFill>
                  <a:srgbClr val="006C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</a:t>
            </a:r>
            <a:r>
              <a:rPr lang="en-US" sz="29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2900" b="1" dirty="0">
                <a:solidFill>
                  <a:srgbClr val="006C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"4"</a:t>
            </a:r>
            <a:r>
              <a:rPr lang="en-US" sz="29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</a:t>
            </a:r>
            <a:br>
              <a:rPr lang="en-US" sz="29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br>
              <a:rPr lang="en-US" sz="29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29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tree.write</a:t>
            </a:r>
            <a:r>
              <a:rPr lang="en-US" sz="29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2900" b="1" dirty="0">
                <a:solidFill>
                  <a:srgbClr val="006C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"inventory.xml"</a:t>
            </a:r>
            <a:r>
              <a:rPr lang="en-US" sz="29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</a:t>
            </a:r>
            <a:endParaRPr lang="en-US" sz="29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57057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C68FD1-C6E8-0DC2-82E8-8F08420DE1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Writing out objects to XML – new files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898EB7-81B4-91E7-AC54-87706FC9C5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76528" y="1552575"/>
            <a:ext cx="4843272" cy="4997238"/>
          </a:xfrm>
          <a:solidFill>
            <a:schemeClr val="bg1"/>
          </a:solidFill>
        </p:spPr>
        <p:txBody>
          <a:bodyPr>
            <a:noAutofit/>
          </a:bodyPr>
          <a:lstStyle/>
          <a:p>
            <a:r>
              <a:rPr lang="en-US" dirty="0"/>
              <a:t>Whether we have a brand-new file or you parsed the data into a list of objects and want to write out, there is a similar logic that needs to be done</a:t>
            </a:r>
          </a:p>
          <a:p>
            <a:r>
              <a:rPr lang="en-US" dirty="0"/>
              <a:t>First you need to set up the root by using the </a:t>
            </a:r>
            <a:r>
              <a:rPr lang="en-US" dirty="0">
                <a:latin typeface="Consolas" panose="020B0609020204030204" pitchFamily="49" charset="0"/>
              </a:rPr>
              <a:t>Element()</a:t>
            </a:r>
            <a:r>
              <a:rPr lang="en-US" dirty="0"/>
              <a:t> function</a:t>
            </a:r>
          </a:p>
          <a:p>
            <a:r>
              <a:rPr lang="en-US" dirty="0"/>
              <a:t>From there you can loop through your list, add </a:t>
            </a:r>
            <a:r>
              <a:rPr lang="en-US" dirty="0" err="1">
                <a:latin typeface="Consolas" panose="020B0609020204030204" pitchFamily="49" charset="0"/>
              </a:rPr>
              <a:t>SubElement</a:t>
            </a:r>
            <a:r>
              <a:rPr lang="en-US" dirty="0">
                <a:latin typeface="Consolas" panose="020B0609020204030204" pitchFamily="49" charset="0"/>
              </a:rPr>
              <a:t>()</a:t>
            </a:r>
            <a:r>
              <a:rPr lang="en-US" dirty="0"/>
              <a:t> with getters/properties of the object</a:t>
            </a:r>
          </a:p>
          <a:p>
            <a:r>
              <a:rPr lang="en-US" dirty="0"/>
              <a:t>Lastly set the tree via the root and write</a:t>
            </a:r>
          </a:p>
          <a:p>
            <a:r>
              <a:rPr lang="en-US" dirty="0"/>
              <a:t>Here we added Kiwi as a Product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11392B-0C8E-27B9-C801-98B650EBDF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1" y="1552575"/>
            <a:ext cx="5803051" cy="4997238"/>
          </a:xfrm>
          <a:solidFill>
            <a:schemeClr val="bg1"/>
          </a:solidFill>
        </p:spPr>
        <p:txBody>
          <a:bodyPr>
            <a:noAutofit/>
          </a:bodyPr>
          <a:lstStyle/>
          <a:p>
            <a:pPr marL="0" marR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4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products.append</a:t>
            </a: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(Product(</a:t>
            </a:r>
            <a:r>
              <a:rPr lang="en-US" sz="1400" b="1" dirty="0">
                <a:solidFill>
                  <a:srgbClr val="006C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"Kiwi"</a:t>
            </a: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 5.45, 5, 4)</a:t>
            </a:r>
            <a:br>
              <a:rPr lang="en-US" sz="1400" dirty="0"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b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root = </a:t>
            </a:r>
            <a:r>
              <a:rPr lang="en-US" sz="14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ET.Element</a:t>
            </a: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1400" b="1" dirty="0">
                <a:solidFill>
                  <a:srgbClr val="006C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"inventory"</a:t>
            </a: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</a:t>
            </a:r>
            <a:b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400" b="1" dirty="0">
                <a:solidFill>
                  <a:srgbClr val="B623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for</a:t>
            </a: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p </a:t>
            </a:r>
            <a:r>
              <a:rPr lang="en-US" sz="1400" b="1" dirty="0">
                <a:solidFill>
                  <a:srgbClr val="B623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in</a:t>
            </a: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products:</a:t>
            </a:r>
            <a:endParaRPr lang="en-US" sz="14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product = </a:t>
            </a:r>
            <a:r>
              <a:rPr lang="en-US" sz="14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ET.SubElement</a:t>
            </a: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(root, </a:t>
            </a:r>
            <a:r>
              <a:rPr lang="en-US" sz="1400" b="1" dirty="0">
                <a:solidFill>
                  <a:srgbClr val="006C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"product"</a:t>
            </a: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</a:t>
            </a:r>
            <a:b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b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name = </a:t>
            </a:r>
            <a:r>
              <a:rPr lang="en-US" sz="14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ET.SubElement</a:t>
            </a: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(product, </a:t>
            </a:r>
            <a:r>
              <a:rPr lang="en-US" sz="1400" b="1" dirty="0">
                <a:solidFill>
                  <a:srgbClr val="006C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"name"</a:t>
            </a: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</a:t>
            </a:r>
            <a:b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</a:t>
            </a:r>
            <a:r>
              <a:rPr lang="en-US" sz="14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name.text</a:t>
            </a: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= p.name</a:t>
            </a:r>
            <a:b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b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price = </a:t>
            </a:r>
            <a:r>
              <a:rPr lang="en-US" sz="14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ET.SubElement</a:t>
            </a: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(product, </a:t>
            </a:r>
            <a:r>
              <a:rPr lang="en-US" sz="1400" b="1" dirty="0">
                <a:solidFill>
                  <a:srgbClr val="006C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"price"</a:t>
            </a: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</a:t>
            </a:r>
            <a:b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</a:t>
            </a:r>
            <a:r>
              <a:rPr lang="en-US" sz="14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price.text</a:t>
            </a: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= </a:t>
            </a:r>
            <a:r>
              <a:rPr lang="en-US" sz="14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str</a:t>
            </a: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14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p.price</a:t>
            </a: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</a:t>
            </a:r>
            <a:b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b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quantity = </a:t>
            </a:r>
            <a:r>
              <a:rPr lang="en-US" sz="14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ET.SubElement</a:t>
            </a: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(product, </a:t>
            </a:r>
            <a:r>
              <a:rPr lang="en-US" sz="1400" b="1" dirty="0">
                <a:solidFill>
                  <a:srgbClr val="006C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"quantity"</a:t>
            </a: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</a:t>
            </a:r>
            <a:b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</a:t>
            </a:r>
            <a:r>
              <a:rPr lang="en-US" sz="14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quantity.text</a:t>
            </a: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= </a:t>
            </a:r>
            <a:r>
              <a:rPr lang="en-US" sz="14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str</a:t>
            </a: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14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p.quantity</a:t>
            </a: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</a:t>
            </a:r>
            <a:b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</a:t>
            </a:r>
            <a:r>
              <a:rPr lang="en-US" sz="14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quantity.set</a:t>
            </a: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1400" b="1" dirty="0">
                <a:solidFill>
                  <a:srgbClr val="006C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</a:t>
            </a:r>
            <a:r>
              <a:rPr lang="en-US" sz="1400" b="1" dirty="0" err="1">
                <a:solidFill>
                  <a:srgbClr val="006C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uos</a:t>
            </a:r>
            <a:r>
              <a:rPr lang="en-US" sz="1400" b="1" dirty="0">
                <a:solidFill>
                  <a:srgbClr val="006C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</a:t>
            </a: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4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str</a:t>
            </a: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14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p.uos</a:t>
            </a: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))</a:t>
            </a:r>
            <a:b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b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tree = </a:t>
            </a:r>
            <a:r>
              <a:rPr lang="en-US" sz="14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ET.ElementTree</a:t>
            </a: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(root)</a:t>
            </a:r>
            <a:b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4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tree.write</a:t>
            </a: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1400" b="1" dirty="0">
                <a:solidFill>
                  <a:srgbClr val="006C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"inventory.xml"</a:t>
            </a: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</a:t>
            </a:r>
            <a:endParaRPr lang="en-US" sz="14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7427579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B06FAD-65E1-16B6-1D58-87477657D8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Writing XML in “pretty” form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B70C6E-706B-200A-693D-361282B885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76528" y="1552575"/>
            <a:ext cx="4843272" cy="4279265"/>
          </a:xfrm>
        </p:spPr>
        <p:txBody>
          <a:bodyPr>
            <a:noAutofit/>
          </a:bodyPr>
          <a:lstStyle/>
          <a:p>
            <a:r>
              <a:rPr lang="en-US" sz="2000" dirty="0"/>
              <a:t>By default when you write out your XML it puts all tags on one line</a:t>
            </a:r>
          </a:p>
          <a:p>
            <a:r>
              <a:rPr lang="en-US" sz="2000" dirty="0"/>
              <a:t>This is fine for Python to parse but hard for us to read</a:t>
            </a:r>
          </a:p>
          <a:p>
            <a:r>
              <a:rPr lang="en-US" sz="2000" dirty="0"/>
              <a:t>If you want to “pretty” it up then you can use the </a:t>
            </a:r>
            <a:r>
              <a:rPr lang="en-US" sz="2000" dirty="0" err="1">
                <a:latin typeface="Consolas" panose="020B0609020204030204" pitchFamily="49" charset="0"/>
              </a:rPr>
              <a:t>dom.minidom</a:t>
            </a:r>
            <a:r>
              <a:rPr lang="en-US" sz="2000" dirty="0"/>
              <a:t> library’s </a:t>
            </a:r>
            <a:r>
              <a:rPr lang="en-US" sz="2000" dirty="0" err="1">
                <a:latin typeface="Consolas" panose="020B0609020204030204" pitchFamily="49" charset="0"/>
              </a:rPr>
              <a:t>parseString</a:t>
            </a:r>
            <a:r>
              <a:rPr lang="en-US" sz="2000" dirty="0">
                <a:latin typeface="Consolas" panose="020B0609020204030204" pitchFamily="49" charset="0"/>
              </a:rPr>
              <a:t>()</a:t>
            </a:r>
            <a:r>
              <a:rPr lang="en-US" sz="2000" dirty="0"/>
              <a:t> to create a string in XML format</a:t>
            </a:r>
          </a:p>
          <a:p>
            <a:pPr lvl="1"/>
            <a:r>
              <a:rPr lang="en-US" sz="2000" dirty="0" err="1">
                <a:latin typeface="Consolas" panose="020B0609020204030204" pitchFamily="49" charset="0"/>
              </a:rPr>
              <a:t>parseString</a:t>
            </a:r>
            <a:r>
              <a:rPr lang="en-US" sz="2000" dirty="0">
                <a:latin typeface="Consolas" panose="020B0609020204030204" pitchFamily="49" charset="0"/>
              </a:rPr>
              <a:t>()</a:t>
            </a:r>
            <a:r>
              <a:rPr lang="en-US" sz="2000" dirty="0"/>
              <a:t> also has a property for </a:t>
            </a:r>
            <a:r>
              <a:rPr lang="en-US" sz="2000" dirty="0">
                <a:latin typeface="Consolas" panose="020B0609020204030204" pitchFamily="49" charset="0"/>
              </a:rPr>
              <a:t>indent=“    ”</a:t>
            </a:r>
            <a:r>
              <a:rPr lang="en-US" sz="2000" dirty="0"/>
              <a:t>  to set how many spaces you want for indentation</a:t>
            </a:r>
          </a:p>
          <a:p>
            <a:r>
              <a:rPr lang="en-US" sz="2000" dirty="0"/>
              <a:t>You then use a traditional file write out to write the entire pretty string to it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6F219A-B744-9EC5-3E1D-A0BD7DEF73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2" y="1552575"/>
            <a:ext cx="5654038" cy="4143375"/>
          </a:xfrm>
        </p:spPr>
        <p:txBody>
          <a:bodyPr>
            <a:noAutofit/>
          </a:bodyPr>
          <a:lstStyle/>
          <a:p>
            <a:pPr marL="0" marR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2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&lt;inventory&gt;&lt;product&gt;&lt;name&gt;Apple&lt;/name&gt;&lt;price&gt;5.99&lt;/price&gt;&lt;q</a:t>
            </a:r>
            <a:endParaRPr lang="en-US" sz="12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200" dirty="0"/>
          </a:p>
          <a:p>
            <a:pPr marL="0" marR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B623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from</a:t>
            </a: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xml.dom.minidom</a:t>
            </a: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B623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import</a:t>
            </a: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parseString</a:t>
            </a:r>
            <a:b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4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xml_data</a:t>
            </a: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= </a:t>
            </a:r>
            <a:r>
              <a:rPr lang="en-US" sz="14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ET.tostring</a:t>
            </a: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(root)</a:t>
            </a:r>
            <a:b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b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4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pretty_xml</a:t>
            </a: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= </a:t>
            </a:r>
            <a:r>
              <a:rPr lang="en-US" sz="14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parseString</a:t>
            </a: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14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xml_data</a:t>
            </a: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).</a:t>
            </a:r>
            <a:r>
              <a:rPr lang="en-US" sz="14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toprettyxml</a:t>
            </a: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()</a:t>
            </a:r>
            <a:b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b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400" b="1" dirty="0">
                <a:solidFill>
                  <a:srgbClr val="B623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with</a:t>
            </a: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open</a:t>
            </a: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1400" b="1" dirty="0">
                <a:solidFill>
                  <a:srgbClr val="006C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"inventory.xml"</a:t>
            </a: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400" b="1" dirty="0">
                <a:solidFill>
                  <a:srgbClr val="006C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"w"</a:t>
            </a: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 </a:t>
            </a:r>
            <a:r>
              <a:rPr lang="en-US" sz="1400" b="1" dirty="0">
                <a:solidFill>
                  <a:srgbClr val="B623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as</a:t>
            </a: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file:</a:t>
            </a:r>
            <a:b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</a:t>
            </a:r>
            <a:r>
              <a:rPr lang="en-US" sz="14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file.write</a:t>
            </a: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14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pretty_xml</a:t>
            </a: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</a:t>
            </a:r>
            <a:endParaRPr lang="en-US" sz="14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9385822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90399-B8B2-32A6-E55C-AA88FBE41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“Pretty” nuances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9C2565-017A-023D-295C-8E843D418C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95994" y="1552574"/>
            <a:ext cx="4843272" cy="4143375"/>
          </a:xfrm>
        </p:spPr>
        <p:txBody>
          <a:bodyPr>
            <a:noAutofit/>
          </a:bodyPr>
          <a:lstStyle/>
          <a:p>
            <a:r>
              <a:rPr lang="en-US" dirty="0"/>
              <a:t>There is an interesting with how the </a:t>
            </a:r>
            <a:r>
              <a:rPr lang="en-US" dirty="0" err="1">
                <a:latin typeface="Consolas" panose="020B0609020204030204" pitchFamily="49" charset="0"/>
              </a:rPr>
              <a:t>dom.minidom</a:t>
            </a:r>
            <a:r>
              <a:rPr lang="en-US" dirty="0"/>
              <a:t> handles text nodes here – because these ‘</a:t>
            </a:r>
            <a:r>
              <a:rPr lang="en-US" dirty="0" err="1"/>
              <a:t>dom’s</a:t>
            </a:r>
            <a:r>
              <a:rPr lang="en-US" dirty="0"/>
              <a:t> can be used not just for XML</a:t>
            </a:r>
          </a:p>
          <a:p>
            <a:r>
              <a:rPr lang="en-US" dirty="0"/>
              <a:t>They like to add in extra new lines between elements, which is fine, it just makes the file longer</a:t>
            </a:r>
          </a:p>
          <a:p>
            <a:r>
              <a:rPr lang="en-US" dirty="0"/>
              <a:t>If you would like you can use a comprehension to loop through it and eliminate new lines ‘\n’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C6BE52-F46A-9548-7201-679642DCDA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44255" y="1552573"/>
            <a:ext cx="6866465" cy="4143375"/>
          </a:xfrm>
        </p:spPr>
        <p:txBody>
          <a:bodyPr>
            <a:noAutofit/>
          </a:bodyPr>
          <a:lstStyle/>
          <a:p>
            <a:pPr marL="0" marR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2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&lt;inventory&gt;</a:t>
            </a:r>
            <a:br>
              <a:rPr lang="en-US" sz="12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br>
              <a:rPr lang="en-US" sz="12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2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&lt;product&gt;</a:t>
            </a:r>
            <a:br>
              <a:rPr lang="en-US" sz="12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br>
              <a:rPr lang="en-US" sz="12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2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&lt;name&gt;Apple&lt;/name&gt;</a:t>
            </a:r>
            <a:br>
              <a:rPr lang="en-US" sz="12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br>
              <a:rPr lang="en-US" sz="12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2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&lt;price&gt;5.99&lt;/price&gt;</a:t>
            </a:r>
            <a:br>
              <a:rPr lang="en-US" sz="12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br>
              <a:rPr lang="en-US" sz="12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2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&lt;quantity </a:t>
            </a:r>
            <a:r>
              <a:rPr lang="en-US" sz="12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uos</a:t>
            </a:r>
            <a:r>
              <a:rPr lang="en-US" sz="12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="6"&gt;10&lt;/quantity&gt;</a:t>
            </a:r>
            <a:br>
              <a:rPr lang="en-US" sz="12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br>
              <a:rPr lang="en-US" sz="12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2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&lt;/product&gt;</a:t>
            </a:r>
            <a:endParaRPr lang="en-US" sz="12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1000"/>
              </a:spcAft>
              <a:buNone/>
            </a:pPr>
            <a:endParaRPr lang="en-US" sz="1200" b="1" dirty="0">
              <a:solidFill>
                <a:srgbClr val="000000"/>
              </a:solidFill>
              <a:effectLst/>
              <a:latin typeface="Courier New" panose="020703090202050204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2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pretty_xml</a:t>
            </a:r>
            <a:r>
              <a:rPr lang="en-US" sz="12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= </a:t>
            </a:r>
            <a:r>
              <a:rPr lang="en-US" sz="1200" b="1" dirty="0">
                <a:solidFill>
                  <a:srgbClr val="006C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"\n“</a:t>
            </a:r>
            <a:br>
              <a:rPr lang="en-US" sz="1400" b="1" dirty="0">
                <a:solidFill>
                  <a:srgbClr val="006C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400" b="1" dirty="0">
                <a:solidFill>
                  <a:srgbClr val="006C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</a:t>
            </a:r>
            <a:r>
              <a:rPr lang="en-US" sz="12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.join(line for line in </a:t>
            </a:r>
            <a:r>
              <a:rPr lang="en-US" sz="12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pretty_xml.splitlines</a:t>
            </a:r>
            <a:r>
              <a:rPr lang="en-US" sz="12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() if </a:t>
            </a:r>
            <a:r>
              <a:rPr lang="en-US" sz="12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line.strip</a:t>
            </a:r>
            <a:r>
              <a:rPr lang="en-US" sz="12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())</a:t>
            </a:r>
            <a:endParaRPr lang="en-US" sz="14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8580783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A8739-46E3-134D-1121-3CCD850F18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XML Coding Example - Transactions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92DCA-8356-D890-6579-46A790D4CB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kind of separate element of bank accounts includes each of its transactions</a:t>
            </a:r>
          </a:p>
          <a:p>
            <a:r>
              <a:rPr lang="en-US" dirty="0"/>
              <a:t>We are going to store these in an XML file format</a:t>
            </a:r>
          </a:p>
          <a:p>
            <a:r>
              <a:rPr lang="en-US" dirty="0"/>
              <a:t>Since we have separate operations, we will need a way to link it</a:t>
            </a:r>
          </a:p>
          <a:p>
            <a:pPr lvl="1"/>
            <a:r>
              <a:rPr lang="en-US" dirty="0"/>
              <a:t>For this we can set up a tag that links the transaction to the bank account number</a:t>
            </a:r>
          </a:p>
          <a:p>
            <a:pPr lvl="1"/>
            <a:r>
              <a:rPr lang="en-US" dirty="0"/>
              <a:t>Potentially you could also make an XML file for EACH bank account</a:t>
            </a:r>
          </a:p>
          <a:p>
            <a:pPr lvl="2"/>
            <a:r>
              <a:rPr lang="en-US" dirty="0"/>
              <a:t>This would probably be safer/more secure as we don’t want transactions all mixed up, BUT for now we will do 1 file</a:t>
            </a:r>
          </a:p>
          <a:p>
            <a:pPr lvl="2"/>
            <a:r>
              <a:rPr lang="en-US" dirty="0"/>
              <a:t>It’s all up to the business logic of the system you are creating</a:t>
            </a:r>
          </a:p>
          <a:p>
            <a:r>
              <a:rPr lang="en-US" dirty="0"/>
              <a:t>Create the functionality to read and write out transaction data</a:t>
            </a:r>
          </a:p>
          <a:p>
            <a:pPr lvl="1"/>
            <a:r>
              <a:rPr lang="en-US" dirty="0"/>
              <a:t>We still don’t have perfect functionality as we need bank accounts to link them to BUT that is next!</a:t>
            </a:r>
          </a:p>
        </p:txBody>
      </p:sp>
    </p:spTree>
    <p:extLst>
      <p:ext uri="{BB962C8B-B14F-4D97-AF65-F5344CB8AC3E}">
        <p14:creationId xmlns:p14="http://schemas.microsoft.com/office/powerpoint/2010/main" val="3256766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EBF135-EDCB-CD6F-8F9B-36951CC1A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JSON Parsing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F4D074-2417-4260-C640-E25F9B588B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Adv. Python Programming</a:t>
            </a:r>
          </a:p>
        </p:txBody>
      </p:sp>
    </p:spTree>
    <p:extLst>
      <p:ext uri="{BB962C8B-B14F-4D97-AF65-F5344CB8AC3E}">
        <p14:creationId xmlns:p14="http://schemas.microsoft.com/office/powerpoint/2010/main" val="415859342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86018D-20F6-F728-B21D-E29DE450C4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JavaScript Object Notation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39C0E4-4E59-265D-5281-51E0B87368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JSON has become one of the most widely used data formats in modern software development, especially in web applications, APIs configuration files and data exchange between different systems</a:t>
            </a:r>
          </a:p>
          <a:p>
            <a:r>
              <a:rPr lang="en-US" dirty="0"/>
              <a:t>Popular because it is human readable, lightweight, language independent and directly compatible with common programming data structures</a:t>
            </a:r>
          </a:p>
          <a:p>
            <a:r>
              <a:rPr lang="en-US" dirty="0"/>
              <a:t>JSON in a sense are structured key-value pairs – like dictionaries in Python!!</a:t>
            </a:r>
          </a:p>
          <a:p>
            <a:pPr lvl="1"/>
            <a:r>
              <a:rPr lang="en-US" dirty="0"/>
              <a:t>Keys are always strings, while values can be strings, numbers, </a:t>
            </a:r>
            <a:r>
              <a:rPr lang="en-US" dirty="0" err="1"/>
              <a:t>booleans</a:t>
            </a:r>
            <a:r>
              <a:rPr lang="en-US" dirty="0"/>
              <a:t>, lists, and even other JSON objects.</a:t>
            </a:r>
          </a:p>
          <a:p>
            <a:r>
              <a:rPr lang="en-US" dirty="0"/>
              <a:t>You will see curly brackets to denote a JSON object – which is our dictionary</a:t>
            </a:r>
          </a:p>
          <a:p>
            <a:r>
              <a:rPr lang="en-US" dirty="0"/>
              <a:t>You will also see square brackets which denotes an array – which is a list in Python</a:t>
            </a:r>
          </a:p>
          <a:p>
            <a:pPr lvl="1"/>
            <a:r>
              <a:rPr lang="en-US" dirty="0"/>
              <a:t>This is so you can have a list of JSON objects</a:t>
            </a:r>
          </a:p>
        </p:txBody>
      </p:sp>
    </p:spTree>
    <p:extLst>
      <p:ext uri="{BB962C8B-B14F-4D97-AF65-F5344CB8AC3E}">
        <p14:creationId xmlns:p14="http://schemas.microsoft.com/office/powerpoint/2010/main" val="257088662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CFF67C-E677-9F34-8972-EBB78134FD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JSON Format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46B0AA-75D1-F402-BBF5-6038CD76BE6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r>
              <a:rPr lang="en-US" dirty="0"/>
              <a:t>The entire file here is a list of objects</a:t>
            </a:r>
          </a:p>
          <a:p>
            <a:r>
              <a:rPr lang="en-US" dirty="0"/>
              <a:t>Each object represents one product</a:t>
            </a:r>
          </a:p>
          <a:p>
            <a:r>
              <a:rPr lang="en-US" dirty="0"/>
              <a:t>Keys describe the meaning of each value</a:t>
            </a:r>
          </a:p>
          <a:p>
            <a:r>
              <a:rPr lang="en-US" dirty="0"/>
              <a:t>Unlike CSV, JSON does not rely on column positions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3A1681-14FA-E0F6-2F15-0E585FB2B2C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sz="24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[  </a:t>
            </a:r>
            <a:r>
              <a:rPr lang="en-US" sz="1700" b="1" dirty="0">
                <a:solidFill>
                  <a:srgbClr val="C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&lt;- start of the array </a:t>
            </a:r>
            <a:br>
              <a:rPr lang="en-US" sz="24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24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{ </a:t>
            </a:r>
            <a:r>
              <a:rPr lang="en-US" sz="1700" b="1" dirty="0">
                <a:solidFill>
                  <a:srgbClr val="C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&lt;- start of the JSON object</a:t>
            </a:r>
            <a:br>
              <a:rPr lang="en-US" sz="24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24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"name": "Apple",</a:t>
            </a:r>
            <a:br>
              <a:rPr lang="en-US" sz="24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24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"price": 5.99,</a:t>
            </a:r>
            <a:br>
              <a:rPr lang="en-US" sz="24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24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"quantity": 10,</a:t>
            </a:r>
            <a:br>
              <a:rPr lang="en-US" sz="24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24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"</a:t>
            </a:r>
            <a:r>
              <a:rPr lang="en-US" sz="2400" b="1" dirty="0" err="1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uos</a:t>
            </a:r>
            <a:r>
              <a:rPr lang="en-US" sz="24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": 6</a:t>
            </a:r>
            <a:br>
              <a:rPr lang="en-US" sz="24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24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}, </a:t>
            </a:r>
            <a:r>
              <a:rPr lang="en-US" sz="1700" b="1" dirty="0">
                <a:solidFill>
                  <a:srgbClr val="C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&lt;- end of the JSON object</a:t>
            </a:r>
            <a:br>
              <a:rPr lang="en-US" sz="24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24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{  </a:t>
            </a:r>
            <a:r>
              <a:rPr lang="en-US" sz="1700" b="1" dirty="0">
                <a:solidFill>
                  <a:srgbClr val="C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&lt;- start of next JSON object</a:t>
            </a:r>
            <a:br>
              <a:rPr lang="en-US" sz="24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24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"name": "Orange",</a:t>
            </a:r>
            <a:br>
              <a:rPr lang="en-US" sz="24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24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"price": 6.49,</a:t>
            </a:r>
            <a:br>
              <a:rPr lang="en-US" sz="24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24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"quantity": 8,</a:t>
            </a:r>
            <a:br>
              <a:rPr lang="en-US" sz="24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24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"</a:t>
            </a:r>
            <a:r>
              <a:rPr lang="en-US" sz="2400" b="1" dirty="0" err="1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uos</a:t>
            </a:r>
            <a:r>
              <a:rPr lang="en-US" sz="24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": 5</a:t>
            </a:r>
            <a:br>
              <a:rPr lang="en-US" sz="24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24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},</a:t>
            </a:r>
            <a:br>
              <a:rPr lang="en-US" sz="24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24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{</a:t>
            </a:r>
            <a:br>
              <a:rPr lang="en-US" sz="24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24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"name": "Banana",</a:t>
            </a:r>
            <a:br>
              <a:rPr lang="en-US" sz="24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24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"price": 4.25,</a:t>
            </a:r>
            <a:br>
              <a:rPr lang="en-US" sz="24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24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"quantity": 12,</a:t>
            </a:r>
            <a:br>
              <a:rPr lang="en-US" sz="24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24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"</a:t>
            </a:r>
            <a:r>
              <a:rPr lang="en-US" sz="2400" b="1" dirty="0" err="1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uos</a:t>
            </a:r>
            <a:r>
              <a:rPr lang="en-US" sz="24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": 7</a:t>
            </a:r>
            <a:br>
              <a:rPr lang="en-US" sz="24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24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}</a:t>
            </a:r>
            <a:br>
              <a:rPr lang="en-US" sz="24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24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]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246533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F98345-591C-B141-5415-1DDAED0CBE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JSON library and loading up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03B8EF-0F73-FE71-F81A-FF162F82D6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9194" y="1560830"/>
            <a:ext cx="4843272" cy="4143375"/>
          </a:xfrm>
        </p:spPr>
        <p:txBody>
          <a:bodyPr>
            <a:noAutofit/>
          </a:bodyPr>
          <a:lstStyle/>
          <a:p>
            <a:r>
              <a:rPr lang="en-US" dirty="0"/>
              <a:t>Python provides a built-in </a:t>
            </a:r>
            <a:r>
              <a:rPr lang="en-US" dirty="0" err="1">
                <a:latin typeface="Consolas" panose="020B0609020204030204" pitchFamily="49" charset="0"/>
              </a:rPr>
              <a:t>json</a:t>
            </a:r>
            <a:r>
              <a:rPr lang="en-US" dirty="0"/>
              <a:t> module to work with files</a:t>
            </a:r>
          </a:p>
          <a:p>
            <a:r>
              <a:rPr lang="en-US" dirty="0"/>
              <a:t>We simply need to open the JSON file and use the </a:t>
            </a:r>
            <a:r>
              <a:rPr lang="en-US" dirty="0">
                <a:latin typeface="Consolas" panose="020B0609020204030204" pitchFamily="49" charset="0"/>
              </a:rPr>
              <a:t>load()</a:t>
            </a:r>
            <a:r>
              <a:rPr lang="en-US" dirty="0"/>
              <a:t> function that loads the data as a list of dictionaries</a:t>
            </a:r>
          </a:p>
          <a:p>
            <a:r>
              <a:rPr lang="en-US" dirty="0"/>
              <a:t>Here ‘data’ is our list so if we look at </a:t>
            </a:r>
            <a:r>
              <a:rPr lang="en-US" dirty="0">
                <a:latin typeface="Consolas" panose="020B0609020204030204" pitchFamily="49" charset="0"/>
              </a:rPr>
              <a:t>data[0] </a:t>
            </a:r>
            <a:r>
              <a:rPr lang="en-US" dirty="0"/>
              <a:t>we would have something like the following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56745E-71BE-E3B0-0AE1-EF60ADC8C5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20362" y="1577340"/>
            <a:ext cx="6893558" cy="4143375"/>
          </a:xfrm>
        </p:spPr>
        <p:txBody>
          <a:bodyPr>
            <a:noAutofit/>
          </a:bodyPr>
          <a:lstStyle/>
          <a:p>
            <a:pPr marL="0" marR="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B623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import</a:t>
            </a:r>
            <a:r>
              <a:rPr lang="en-US" sz="1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5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json</a:t>
            </a:r>
            <a:br>
              <a:rPr lang="en-US" sz="1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br>
              <a:rPr lang="en-US" sz="1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500" b="1" dirty="0">
                <a:solidFill>
                  <a:srgbClr val="B623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with</a:t>
            </a:r>
            <a:r>
              <a:rPr lang="en-US" sz="1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5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open</a:t>
            </a:r>
            <a:r>
              <a:rPr lang="en-US" sz="1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1500" b="1" dirty="0">
                <a:solidFill>
                  <a:srgbClr val="006C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</a:t>
            </a:r>
            <a:r>
              <a:rPr lang="en-US" sz="1500" b="1" dirty="0" err="1">
                <a:solidFill>
                  <a:srgbClr val="006C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inventory.json</a:t>
            </a:r>
            <a:r>
              <a:rPr lang="en-US" sz="1500" b="1" dirty="0">
                <a:solidFill>
                  <a:srgbClr val="006C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</a:t>
            </a:r>
            <a:r>
              <a:rPr lang="en-US" sz="1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500" b="1" dirty="0">
                <a:solidFill>
                  <a:srgbClr val="006C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"r"</a:t>
            </a:r>
            <a:r>
              <a:rPr lang="en-US" sz="1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 </a:t>
            </a:r>
            <a:r>
              <a:rPr lang="en-US" sz="1500" b="1" dirty="0">
                <a:solidFill>
                  <a:srgbClr val="B623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as</a:t>
            </a:r>
            <a:r>
              <a:rPr lang="en-US" sz="1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file:</a:t>
            </a:r>
            <a:br>
              <a:rPr lang="en-US" sz="1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data = </a:t>
            </a:r>
            <a:r>
              <a:rPr lang="en-US" sz="15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json.load</a:t>
            </a:r>
            <a:r>
              <a:rPr lang="en-US" sz="1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(file)</a:t>
            </a:r>
            <a:endParaRPr lang="en-US" sz="15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marR="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{"name": "Apple",</a:t>
            </a:r>
            <a:r>
              <a:rPr lang="en-US" sz="1500" b="1" dirty="0">
                <a:solidFill>
                  <a:srgbClr val="000000"/>
                </a:solidFill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"price": 5.99,</a:t>
            </a:r>
            <a:r>
              <a:rPr lang="en-US" sz="1500" b="1" dirty="0">
                <a:solidFill>
                  <a:srgbClr val="000000"/>
                </a:solidFill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"quantity": 10,</a:t>
            </a:r>
            <a:r>
              <a:rPr lang="en-US" sz="1500" b="1" dirty="0">
                <a:solidFill>
                  <a:srgbClr val="000000"/>
                </a:solidFill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</a:t>
            </a:r>
            <a:r>
              <a:rPr lang="en-US" sz="15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uos</a:t>
            </a:r>
            <a:r>
              <a:rPr lang="en-US" sz="1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": 6}</a:t>
            </a:r>
            <a:endParaRPr lang="en-US" sz="15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12639408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5D3C9-9542-8CD3-4945-15497238B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JSON data to objects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5A2C0-8CBB-6BAF-6DD6-D7E1988342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51408" y="1552575"/>
            <a:ext cx="4843272" cy="4143375"/>
          </a:xfrm>
        </p:spPr>
        <p:txBody>
          <a:bodyPr>
            <a:normAutofit/>
          </a:bodyPr>
          <a:lstStyle/>
          <a:p>
            <a:r>
              <a:rPr lang="en-US" dirty="0"/>
              <a:t>A common beginner mistake is to assume that JSON keys will always match class constructor and attempt to pass that data directly but there can be errors</a:t>
            </a:r>
          </a:p>
          <a:p>
            <a:r>
              <a:rPr lang="en-US" dirty="0"/>
              <a:t>It is better to get the data and then pass it off to the object constructor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DDC0D3-CB47-FFB0-E69C-985B2CB858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23189" y="1552575"/>
            <a:ext cx="5836918" cy="414337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B62300"/>
                </a:solidFill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import</a:t>
            </a:r>
            <a:r>
              <a:rPr lang="en-US" sz="1500" b="1" dirty="0">
                <a:solidFill>
                  <a:srgbClr val="000000"/>
                </a:solidFill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500" b="1" dirty="0" err="1">
                <a:solidFill>
                  <a:srgbClr val="000000"/>
                </a:solidFill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json</a:t>
            </a:r>
            <a:br>
              <a:rPr lang="en-US" sz="1500" b="1" dirty="0">
                <a:solidFill>
                  <a:srgbClr val="000000"/>
                </a:solidFill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br>
              <a:rPr lang="en-US" sz="1500" b="1" dirty="0">
                <a:solidFill>
                  <a:srgbClr val="000000"/>
                </a:solidFill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500" b="1" dirty="0">
                <a:solidFill>
                  <a:srgbClr val="B62300"/>
                </a:solidFill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with</a:t>
            </a:r>
            <a:r>
              <a:rPr lang="en-US" sz="1500" b="1" dirty="0">
                <a:solidFill>
                  <a:srgbClr val="000000"/>
                </a:solidFill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500" b="1" dirty="0">
                <a:solidFill>
                  <a:srgbClr val="800080"/>
                </a:solidFill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open</a:t>
            </a:r>
            <a:r>
              <a:rPr lang="en-US" sz="1500" b="1" dirty="0">
                <a:solidFill>
                  <a:srgbClr val="000000"/>
                </a:solidFill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1500" b="1" dirty="0">
                <a:solidFill>
                  <a:srgbClr val="006C00"/>
                </a:solidFill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</a:t>
            </a:r>
            <a:r>
              <a:rPr lang="en-US" sz="1500" b="1" dirty="0" err="1">
                <a:solidFill>
                  <a:srgbClr val="006C00"/>
                </a:solidFill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inventory.json</a:t>
            </a:r>
            <a:r>
              <a:rPr lang="en-US" sz="1500" b="1" dirty="0">
                <a:solidFill>
                  <a:srgbClr val="006C00"/>
                </a:solidFill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</a:t>
            </a:r>
            <a:r>
              <a:rPr lang="en-US" sz="1500" b="1" dirty="0">
                <a:solidFill>
                  <a:srgbClr val="000000"/>
                </a:solidFill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500" b="1" dirty="0">
                <a:solidFill>
                  <a:srgbClr val="006C00"/>
                </a:solidFill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"r"</a:t>
            </a:r>
            <a:r>
              <a:rPr lang="en-US" sz="1500" b="1" dirty="0">
                <a:solidFill>
                  <a:srgbClr val="000000"/>
                </a:solidFill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 </a:t>
            </a:r>
            <a:r>
              <a:rPr lang="en-US" sz="1500" b="1" dirty="0">
                <a:solidFill>
                  <a:srgbClr val="B62300"/>
                </a:solidFill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as</a:t>
            </a:r>
            <a:r>
              <a:rPr lang="en-US" sz="1500" b="1" dirty="0">
                <a:solidFill>
                  <a:srgbClr val="000000"/>
                </a:solidFill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file:</a:t>
            </a:r>
            <a:br>
              <a:rPr lang="en-US" sz="1500" b="1" dirty="0">
                <a:solidFill>
                  <a:srgbClr val="000000"/>
                </a:solidFill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500" b="1" dirty="0">
                <a:solidFill>
                  <a:srgbClr val="000000"/>
                </a:solidFill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data = </a:t>
            </a:r>
            <a:r>
              <a:rPr lang="en-US" sz="1500" b="1" dirty="0" err="1">
                <a:solidFill>
                  <a:srgbClr val="000000"/>
                </a:solidFill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json.load</a:t>
            </a:r>
            <a:r>
              <a:rPr lang="en-US" sz="1500" b="1" dirty="0">
                <a:solidFill>
                  <a:srgbClr val="000000"/>
                </a:solidFill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(file)</a:t>
            </a:r>
            <a:br>
              <a:rPr lang="en-US" sz="1500" dirty="0">
                <a:solidFill>
                  <a:srgbClr val="000000"/>
                </a:solidFill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br>
              <a:rPr lang="en-US" sz="1500" dirty="0">
                <a:solidFill>
                  <a:srgbClr val="000000"/>
                </a:solidFill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br>
              <a:rPr lang="en-US" sz="1500" dirty="0">
                <a:solidFill>
                  <a:srgbClr val="000000"/>
                </a:solidFill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5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products = []</a:t>
            </a:r>
            <a:br>
              <a:rPr lang="en-US" sz="15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br>
              <a:rPr lang="en-US" sz="15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500" b="1" dirty="0">
                <a:solidFill>
                  <a:srgbClr val="B623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for</a:t>
            </a:r>
            <a:r>
              <a:rPr lang="en-US" sz="15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item </a:t>
            </a:r>
            <a:r>
              <a:rPr lang="en-US" sz="1500" b="1" dirty="0">
                <a:solidFill>
                  <a:srgbClr val="B623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in</a:t>
            </a:r>
            <a:r>
              <a:rPr lang="en-US" sz="15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data:</a:t>
            </a:r>
            <a:br>
              <a:rPr lang="en-US" sz="15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5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name = </a:t>
            </a:r>
            <a:r>
              <a:rPr lang="en-US" sz="1500" b="1" dirty="0" err="1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item.get</a:t>
            </a:r>
            <a:r>
              <a:rPr lang="en-US" sz="15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1500" b="1" dirty="0">
                <a:solidFill>
                  <a:srgbClr val="006C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"name"</a:t>
            </a:r>
            <a:r>
              <a:rPr lang="en-US" sz="15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</a:t>
            </a:r>
            <a:br>
              <a:rPr lang="en-US" sz="15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5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price = </a:t>
            </a:r>
            <a:r>
              <a:rPr lang="en-US" sz="1500" b="1" dirty="0" err="1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item.get</a:t>
            </a:r>
            <a:r>
              <a:rPr lang="en-US" sz="15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1500" b="1" dirty="0">
                <a:solidFill>
                  <a:srgbClr val="006C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"price"</a:t>
            </a:r>
            <a:r>
              <a:rPr lang="en-US" sz="15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 0.0)</a:t>
            </a:r>
            <a:br>
              <a:rPr lang="en-US" sz="15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5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quantity = </a:t>
            </a:r>
            <a:r>
              <a:rPr lang="en-US" sz="1500" b="1" dirty="0" err="1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item.get</a:t>
            </a:r>
            <a:r>
              <a:rPr lang="en-US" sz="15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1500" b="1" dirty="0">
                <a:solidFill>
                  <a:srgbClr val="006C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"quantity"</a:t>
            </a:r>
            <a:r>
              <a:rPr lang="en-US" sz="15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 0)</a:t>
            </a:r>
            <a:br>
              <a:rPr lang="en-US" sz="15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5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</a:t>
            </a:r>
            <a:r>
              <a:rPr lang="en-US" sz="1500" b="1" dirty="0" err="1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uos</a:t>
            </a:r>
            <a:r>
              <a:rPr lang="en-US" sz="15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= </a:t>
            </a:r>
            <a:r>
              <a:rPr lang="en-US" sz="1500" b="1" dirty="0" err="1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item.get</a:t>
            </a:r>
            <a:r>
              <a:rPr lang="en-US" sz="15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1500" b="1" dirty="0">
                <a:solidFill>
                  <a:srgbClr val="006C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</a:t>
            </a:r>
            <a:r>
              <a:rPr lang="en-US" sz="1500" b="1" dirty="0" err="1">
                <a:solidFill>
                  <a:srgbClr val="006C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uos</a:t>
            </a:r>
            <a:r>
              <a:rPr lang="en-US" sz="1500" b="1" dirty="0">
                <a:solidFill>
                  <a:srgbClr val="006C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</a:t>
            </a:r>
            <a:r>
              <a:rPr lang="en-US" sz="15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 1)</a:t>
            </a:r>
            <a:br>
              <a:rPr lang="en-US" sz="15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br>
              <a:rPr lang="en-US" sz="15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5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product = Product(name, price, quantity, </a:t>
            </a:r>
            <a:r>
              <a:rPr lang="en-US" sz="1500" b="1" dirty="0" err="1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uos</a:t>
            </a:r>
            <a:r>
              <a:rPr lang="en-US" sz="15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</a:t>
            </a:r>
            <a:br>
              <a:rPr lang="en-US" sz="15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5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</a:t>
            </a:r>
            <a:r>
              <a:rPr lang="en-US" sz="1500" b="1" dirty="0" err="1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products.append</a:t>
            </a:r>
            <a:r>
              <a:rPr lang="en-US" sz="15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(product)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150839710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8D7AD0-B5DE-71AF-091D-41BB092E8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Writing to JSON files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B776A7-BAFA-0936-43C8-BBFF6DA4A87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If our data is already in a list of dictionaries then we can simply use dump() method</a:t>
            </a:r>
          </a:p>
          <a:p>
            <a:endParaRPr lang="en-US" dirty="0"/>
          </a:p>
          <a:p>
            <a:r>
              <a:rPr lang="en-US" dirty="0"/>
              <a:t>We can also set some formatting with the indent and </a:t>
            </a:r>
            <a:r>
              <a:rPr lang="en-US" dirty="0" err="1"/>
              <a:t>sort_keys</a:t>
            </a:r>
            <a:r>
              <a:rPr lang="en-US" dirty="0"/>
              <a:t> property</a:t>
            </a:r>
          </a:p>
          <a:p>
            <a:pPr lvl="1"/>
            <a:r>
              <a:rPr lang="en-US" dirty="0"/>
              <a:t>set how many spaces for indent</a:t>
            </a:r>
          </a:p>
          <a:p>
            <a:pPr lvl="1"/>
            <a:r>
              <a:rPr lang="en-US" dirty="0"/>
              <a:t>set if you want the keys to be alphabetically sorted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10CE6A-4BA2-B622-84B5-D3C4AC2AAE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55455" y="1654175"/>
            <a:ext cx="6067211" cy="4143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B623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with</a:t>
            </a:r>
            <a:r>
              <a:rPr lang="en-US" sz="15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5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open</a:t>
            </a:r>
            <a:r>
              <a:rPr lang="en-US" sz="15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1500" b="1" dirty="0">
                <a:solidFill>
                  <a:srgbClr val="006C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</a:t>
            </a:r>
            <a:r>
              <a:rPr lang="en-US" sz="1500" b="1" dirty="0" err="1">
                <a:solidFill>
                  <a:srgbClr val="006C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inventory.json</a:t>
            </a:r>
            <a:r>
              <a:rPr lang="en-US" sz="1500" b="1" dirty="0">
                <a:solidFill>
                  <a:srgbClr val="006C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</a:t>
            </a:r>
            <a:r>
              <a:rPr lang="en-US" sz="15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500" b="1" dirty="0">
                <a:solidFill>
                  <a:srgbClr val="006C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"w"</a:t>
            </a:r>
            <a:r>
              <a:rPr lang="en-US" sz="15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 </a:t>
            </a:r>
            <a:r>
              <a:rPr lang="en-US" sz="1500" b="1" dirty="0">
                <a:solidFill>
                  <a:srgbClr val="B623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as</a:t>
            </a:r>
            <a:r>
              <a:rPr lang="en-US" sz="15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file:</a:t>
            </a:r>
            <a:br>
              <a:rPr lang="en-US" sz="15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5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</a:t>
            </a:r>
            <a:r>
              <a:rPr lang="en-US" sz="1500" b="1" dirty="0" err="1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json.dump</a:t>
            </a:r>
            <a:r>
              <a:rPr lang="en-US" sz="15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(data, file)</a:t>
            </a:r>
          </a:p>
          <a:p>
            <a:pPr marL="0" indent="0">
              <a:buNone/>
            </a:pPr>
            <a:endParaRPr lang="en-US" sz="1500" b="1" dirty="0">
              <a:latin typeface="Courier New" panose="020703090202050204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500" b="1" dirty="0">
              <a:effectLst/>
              <a:latin typeface="Courier New" panose="020703090202050204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indent="0">
              <a:buNone/>
            </a:pPr>
            <a:br>
              <a:rPr lang="en-US" sz="15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br>
              <a:rPr lang="en-US" sz="15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500" b="1" dirty="0">
                <a:solidFill>
                  <a:srgbClr val="B623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with</a:t>
            </a:r>
            <a:r>
              <a:rPr lang="en-US" sz="15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5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open</a:t>
            </a:r>
            <a:r>
              <a:rPr lang="en-US" sz="15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1500" b="1" dirty="0">
                <a:solidFill>
                  <a:srgbClr val="006C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</a:t>
            </a:r>
            <a:r>
              <a:rPr lang="en-US" sz="1500" b="1" dirty="0" err="1">
                <a:solidFill>
                  <a:srgbClr val="006C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inventory.json</a:t>
            </a:r>
            <a:r>
              <a:rPr lang="en-US" sz="1500" b="1" dirty="0">
                <a:solidFill>
                  <a:srgbClr val="006C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</a:t>
            </a:r>
            <a:r>
              <a:rPr lang="en-US" sz="15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500" b="1" dirty="0">
                <a:solidFill>
                  <a:srgbClr val="006C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"w"</a:t>
            </a:r>
            <a:r>
              <a:rPr lang="en-US" sz="15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 </a:t>
            </a:r>
            <a:r>
              <a:rPr lang="en-US" sz="1500" b="1" dirty="0">
                <a:solidFill>
                  <a:srgbClr val="B623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as</a:t>
            </a:r>
            <a:r>
              <a:rPr lang="en-US" sz="15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file:</a:t>
            </a:r>
            <a:br>
              <a:rPr lang="en-US" sz="15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5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</a:t>
            </a:r>
            <a:r>
              <a:rPr lang="en-US" sz="1500" b="1" dirty="0" err="1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json.dump</a:t>
            </a:r>
            <a:r>
              <a:rPr lang="en-US" sz="15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(data, file, indent=4, </a:t>
            </a:r>
            <a:r>
              <a:rPr lang="en-US" sz="1500" b="1" dirty="0" err="1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sort_keys</a:t>
            </a:r>
            <a:r>
              <a:rPr lang="en-US" sz="15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=</a:t>
            </a:r>
            <a:r>
              <a:rPr lang="en-US" sz="1500" b="1" dirty="0">
                <a:solidFill>
                  <a:srgbClr val="B623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True</a:t>
            </a:r>
            <a:r>
              <a:rPr lang="en-US" sz="15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169825135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F388B4-1BC5-9613-871A-E378A9055E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Writing objects to JSON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1F8CE0-7A68-A322-3A3F-8B164E5A82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09541" y="1547283"/>
            <a:ext cx="4843272" cy="4514850"/>
          </a:xfrm>
          <a:solidFill>
            <a:schemeClr val="bg1"/>
          </a:solidFill>
        </p:spPr>
        <p:txBody>
          <a:bodyPr>
            <a:normAutofit fontScale="92500" lnSpcReduction="20000"/>
          </a:bodyPr>
          <a:lstStyle/>
          <a:p>
            <a:r>
              <a:rPr lang="en-US" dirty="0"/>
              <a:t>If we have a list of objects then we need to convert this data to a list of dictionaries</a:t>
            </a:r>
          </a:p>
          <a:p>
            <a:r>
              <a:rPr lang="en-US" dirty="0"/>
              <a:t>For this we can either leverage the __</a:t>
            </a:r>
            <a:r>
              <a:rPr lang="en-US" dirty="0" err="1"/>
              <a:t>dict</a:t>
            </a:r>
            <a:r>
              <a:rPr lang="en-US" dirty="0"/>
              <a:t>__ dunder method which automatically converts variables to keys and assigns values</a:t>
            </a:r>
          </a:p>
          <a:p>
            <a:r>
              <a:rPr lang="en-US" dirty="0"/>
              <a:t>But if you have private or protected variables on objects you may not want the underscores, so you need a custom method like a </a:t>
            </a:r>
            <a:r>
              <a:rPr lang="en-US" dirty="0" err="1"/>
              <a:t>to_dict</a:t>
            </a:r>
            <a:r>
              <a:rPr lang="en-US" dirty="0"/>
              <a:t>() to return your custom dictionary representation of the object</a:t>
            </a:r>
          </a:p>
          <a:p>
            <a:r>
              <a:rPr lang="en-US" dirty="0"/>
              <a:t>You can then use a comprehension to build a list to dump</a:t>
            </a:r>
          </a:p>
          <a:p>
            <a:pPr lvl="1"/>
            <a:r>
              <a:rPr lang="en-US" dirty="0"/>
              <a:t>Both versions here of using __</a:t>
            </a:r>
            <a:r>
              <a:rPr lang="en-US" dirty="0" err="1"/>
              <a:t>dict</a:t>
            </a:r>
            <a:r>
              <a:rPr lang="en-US" dirty="0"/>
              <a:t>__ and </a:t>
            </a:r>
            <a:r>
              <a:rPr lang="en-US" dirty="0" err="1"/>
              <a:t>to_dict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AA621F-650C-8B67-7ACE-48FABA1706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337387" y="1552575"/>
            <a:ext cx="7003626" cy="4380865"/>
          </a:xfrm>
          <a:solidFill>
            <a:schemeClr val="bg1"/>
          </a:solidFill>
        </p:spPr>
        <p:txBody>
          <a:bodyPr>
            <a:normAutofit fontScale="92500" lnSpcReduction="20000"/>
          </a:bodyPr>
          <a:lstStyle/>
          <a:p>
            <a:pPr marL="0" marR="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B623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class</a:t>
            </a:r>
            <a:r>
              <a:rPr lang="en-US" sz="13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300" b="1" dirty="0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Product</a:t>
            </a:r>
            <a:r>
              <a:rPr lang="en-US" sz="13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:</a:t>
            </a:r>
            <a:br>
              <a:rPr lang="en-US" sz="13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3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</a:t>
            </a:r>
            <a:r>
              <a:rPr lang="en-US" sz="1300" b="1" dirty="0">
                <a:solidFill>
                  <a:srgbClr val="B623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def</a:t>
            </a:r>
            <a:r>
              <a:rPr lang="en-US" sz="13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300" b="1" dirty="0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__</a:t>
            </a:r>
            <a:r>
              <a:rPr lang="en-US" sz="1300" b="1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init</a:t>
            </a:r>
            <a:r>
              <a:rPr lang="en-US" sz="1300" b="1" dirty="0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__</a:t>
            </a:r>
            <a:r>
              <a:rPr lang="en-US" sz="13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13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self</a:t>
            </a:r>
            <a:r>
              <a:rPr lang="en-US" sz="13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 name: </a:t>
            </a:r>
            <a:r>
              <a:rPr lang="en-US" sz="13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str</a:t>
            </a:r>
            <a:r>
              <a:rPr lang="en-US" sz="13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 price: </a:t>
            </a:r>
            <a:r>
              <a:rPr lang="en-US" sz="13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float</a:t>
            </a:r>
            <a:r>
              <a:rPr lang="en-US" sz="13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 quantity: </a:t>
            </a:r>
            <a:r>
              <a:rPr lang="en-US" sz="13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int</a:t>
            </a:r>
            <a:r>
              <a:rPr lang="en-US" sz="13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3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uos</a:t>
            </a:r>
            <a:r>
              <a:rPr lang="en-US" sz="13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: </a:t>
            </a:r>
            <a:r>
              <a:rPr lang="en-US" sz="13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int</a:t>
            </a:r>
            <a:r>
              <a:rPr lang="en-US" sz="13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):</a:t>
            </a:r>
            <a:br>
              <a:rPr lang="en-US" sz="13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3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</a:t>
            </a:r>
            <a:r>
              <a:rPr lang="en-US" sz="1300" b="1" dirty="0" err="1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self</a:t>
            </a:r>
            <a:r>
              <a:rPr lang="en-US" sz="13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.__name</a:t>
            </a:r>
            <a:r>
              <a:rPr lang="en-US" sz="13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= name</a:t>
            </a:r>
            <a:br>
              <a:rPr lang="en-US" sz="13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3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</a:t>
            </a:r>
            <a:r>
              <a:rPr lang="en-US" sz="1300" b="1" dirty="0" err="1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self</a:t>
            </a:r>
            <a:r>
              <a:rPr lang="en-US" sz="13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.__price</a:t>
            </a:r>
            <a:r>
              <a:rPr lang="en-US" sz="13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= price</a:t>
            </a:r>
            <a:br>
              <a:rPr lang="en-US" sz="13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3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</a:t>
            </a:r>
            <a:r>
              <a:rPr lang="en-US" sz="1300" b="1" dirty="0" err="1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self</a:t>
            </a:r>
            <a:r>
              <a:rPr lang="en-US" sz="13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.__quantity</a:t>
            </a:r>
            <a:r>
              <a:rPr lang="en-US" sz="13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= quantity</a:t>
            </a:r>
            <a:br>
              <a:rPr lang="en-US" sz="13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3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</a:t>
            </a:r>
            <a:r>
              <a:rPr lang="en-US" sz="13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self</a:t>
            </a:r>
            <a:r>
              <a:rPr lang="en-US" sz="13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.__</a:t>
            </a:r>
            <a:r>
              <a:rPr lang="en-US" sz="13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uos</a:t>
            </a:r>
            <a:r>
              <a:rPr lang="en-US" sz="13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= </a:t>
            </a:r>
            <a:r>
              <a:rPr lang="en-US" sz="13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uos</a:t>
            </a:r>
            <a:br>
              <a:rPr lang="en-US" sz="13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br>
              <a:rPr lang="en-US" sz="13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3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</a:t>
            </a:r>
            <a:r>
              <a:rPr lang="en-US" sz="1300" b="1" dirty="0">
                <a:solidFill>
                  <a:srgbClr val="B623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def</a:t>
            </a:r>
            <a:r>
              <a:rPr lang="en-US" sz="13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300" b="1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to_dict</a:t>
            </a:r>
            <a:r>
              <a:rPr lang="en-US" sz="13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13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self</a:t>
            </a:r>
            <a:r>
              <a:rPr lang="en-US" sz="13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):</a:t>
            </a:r>
            <a:br>
              <a:rPr lang="en-US" sz="13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3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</a:t>
            </a:r>
            <a:r>
              <a:rPr lang="en-US" sz="1300" b="1" dirty="0">
                <a:solidFill>
                  <a:srgbClr val="B62300"/>
                </a:solidFill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return</a:t>
            </a:r>
            <a:r>
              <a:rPr lang="en-US" sz="13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{</a:t>
            </a:r>
            <a:r>
              <a:rPr lang="en-US" sz="1300" b="1" dirty="0">
                <a:solidFill>
                  <a:srgbClr val="006C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"name"</a:t>
            </a:r>
            <a:r>
              <a:rPr lang="en-US" sz="13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: </a:t>
            </a:r>
            <a:r>
              <a:rPr lang="en-US" sz="1300" b="1" dirty="0" err="1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self</a:t>
            </a:r>
            <a:r>
              <a:rPr lang="en-US" sz="13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.__name</a:t>
            </a:r>
            <a:r>
              <a:rPr lang="en-US" sz="13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300" b="1" dirty="0">
                <a:solidFill>
                  <a:srgbClr val="006C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"price"</a:t>
            </a:r>
            <a:r>
              <a:rPr lang="en-US" sz="13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: </a:t>
            </a:r>
            <a:r>
              <a:rPr lang="en-US" sz="1300" b="1" dirty="0" err="1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self</a:t>
            </a:r>
            <a:r>
              <a:rPr lang="en-US" sz="13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.__price</a:t>
            </a:r>
            <a:r>
              <a:rPr lang="en-US" sz="13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br>
              <a:rPr lang="en-US" sz="1300" dirty="0"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300" dirty="0"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                                    </a:t>
            </a:r>
            <a:r>
              <a:rPr lang="en-US" sz="1300" b="1" dirty="0">
                <a:solidFill>
                  <a:srgbClr val="006C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"quantity"</a:t>
            </a:r>
            <a:r>
              <a:rPr lang="en-US" sz="13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: </a:t>
            </a:r>
            <a:r>
              <a:rPr lang="en-US" sz="1300" b="1" dirty="0" err="1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self</a:t>
            </a:r>
            <a:r>
              <a:rPr lang="en-US" sz="13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.__quantity</a:t>
            </a:r>
            <a:r>
              <a:rPr lang="en-US" sz="13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300" b="1" dirty="0">
                <a:solidFill>
                  <a:srgbClr val="006C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</a:t>
            </a:r>
            <a:r>
              <a:rPr lang="en-US" sz="1300" b="1" dirty="0" err="1">
                <a:solidFill>
                  <a:srgbClr val="006C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uos</a:t>
            </a:r>
            <a:r>
              <a:rPr lang="en-US" sz="1300" b="1" dirty="0">
                <a:solidFill>
                  <a:srgbClr val="006C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</a:t>
            </a:r>
            <a:r>
              <a:rPr lang="en-US" sz="13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: </a:t>
            </a:r>
            <a:r>
              <a:rPr lang="en-US" sz="13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self</a:t>
            </a:r>
            <a:r>
              <a:rPr lang="en-US" sz="13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.__</a:t>
            </a:r>
            <a:r>
              <a:rPr lang="en-US" sz="13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uos</a:t>
            </a:r>
            <a:r>
              <a:rPr lang="en-US" sz="13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}</a:t>
            </a:r>
            <a:endParaRPr lang="en-US" sz="13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200" b="1" dirty="0">
              <a:effectLst/>
              <a:latin typeface="Courier New" panose="020703090202050204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600" b="1" dirty="0" err="1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json_data</a:t>
            </a:r>
            <a:r>
              <a:rPr lang="en-US" sz="16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= [</a:t>
            </a:r>
            <a:r>
              <a:rPr lang="en-US" sz="1600" b="1" dirty="0" err="1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p.to_dict</a:t>
            </a:r>
            <a:r>
              <a:rPr lang="en-US" sz="16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() for p in products]</a:t>
            </a:r>
            <a:br>
              <a:rPr lang="en-US" sz="16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br>
              <a:rPr lang="en-US" sz="16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600" b="1" dirty="0">
                <a:solidFill>
                  <a:srgbClr val="B623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with</a:t>
            </a:r>
            <a:r>
              <a:rPr lang="en-US" sz="16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6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open</a:t>
            </a:r>
            <a:r>
              <a:rPr lang="en-US" sz="16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1600" b="1" dirty="0">
                <a:solidFill>
                  <a:srgbClr val="006C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</a:t>
            </a:r>
            <a:r>
              <a:rPr lang="en-US" sz="1600" b="1" dirty="0" err="1">
                <a:solidFill>
                  <a:srgbClr val="006C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inventory.json</a:t>
            </a:r>
            <a:r>
              <a:rPr lang="en-US" sz="1600" b="1" dirty="0">
                <a:solidFill>
                  <a:srgbClr val="006C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</a:t>
            </a:r>
            <a:r>
              <a:rPr lang="en-US" sz="16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600" b="1" dirty="0">
                <a:solidFill>
                  <a:srgbClr val="006C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"w"</a:t>
            </a:r>
            <a:r>
              <a:rPr lang="en-US" sz="16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 </a:t>
            </a:r>
            <a:r>
              <a:rPr lang="en-US" sz="1600" b="1" dirty="0">
                <a:solidFill>
                  <a:srgbClr val="B623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as</a:t>
            </a:r>
            <a:r>
              <a:rPr lang="en-US" sz="16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file:</a:t>
            </a:r>
            <a:br>
              <a:rPr lang="en-US" sz="16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6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</a:t>
            </a:r>
            <a:r>
              <a:rPr lang="en-US" sz="1600" b="1" dirty="0" err="1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json.dump</a:t>
            </a:r>
            <a:r>
              <a:rPr lang="en-US" sz="16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1600" b="1" dirty="0" err="1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json_data</a:t>
            </a:r>
            <a:r>
              <a:rPr lang="en-US" sz="16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 file, indent=4)</a:t>
            </a:r>
          </a:p>
          <a:p>
            <a:pPr marL="0" indent="0">
              <a:buNone/>
            </a:pPr>
            <a:endParaRPr lang="en-US" sz="1600" b="1" dirty="0">
              <a:latin typeface="Courier New" panose="020703090202050204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600" b="1" dirty="0">
              <a:latin typeface="Courier New" panose="020703090202050204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600" b="1" dirty="0" err="1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json_data</a:t>
            </a:r>
            <a:r>
              <a:rPr lang="en-US" sz="16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= [p.__</a:t>
            </a:r>
            <a:r>
              <a:rPr lang="en-US" sz="1600" b="1" dirty="0" err="1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dict</a:t>
            </a:r>
            <a:r>
              <a:rPr lang="en-US" sz="16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__ for p in products]</a:t>
            </a:r>
            <a:br>
              <a:rPr lang="en-US" sz="16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br>
              <a:rPr lang="en-US" sz="16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600" b="1" dirty="0">
                <a:solidFill>
                  <a:srgbClr val="B623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with</a:t>
            </a:r>
            <a:r>
              <a:rPr lang="en-US" sz="16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6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open</a:t>
            </a:r>
            <a:r>
              <a:rPr lang="en-US" sz="16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1600" b="1" dirty="0">
                <a:solidFill>
                  <a:srgbClr val="006C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</a:t>
            </a:r>
            <a:r>
              <a:rPr lang="en-US" sz="1600" b="1" dirty="0" err="1">
                <a:solidFill>
                  <a:srgbClr val="006C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inventory.json</a:t>
            </a:r>
            <a:r>
              <a:rPr lang="en-US" sz="1600" b="1" dirty="0">
                <a:solidFill>
                  <a:srgbClr val="006C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</a:t>
            </a:r>
            <a:r>
              <a:rPr lang="en-US" sz="16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600" b="1" dirty="0">
                <a:solidFill>
                  <a:srgbClr val="006C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"w"</a:t>
            </a:r>
            <a:r>
              <a:rPr lang="en-US" sz="16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 </a:t>
            </a:r>
            <a:r>
              <a:rPr lang="en-US" sz="1600" b="1" dirty="0">
                <a:solidFill>
                  <a:srgbClr val="B623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as</a:t>
            </a:r>
            <a:r>
              <a:rPr lang="en-US" sz="16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file:</a:t>
            </a:r>
            <a:br>
              <a:rPr lang="en-US" sz="16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6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</a:t>
            </a:r>
            <a:r>
              <a:rPr lang="en-US" sz="1600" b="1" dirty="0" err="1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json.dump</a:t>
            </a:r>
            <a:r>
              <a:rPr lang="en-US" sz="16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1600" b="1" dirty="0" err="1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json_data</a:t>
            </a:r>
            <a:r>
              <a:rPr lang="en-US" sz="16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 file, indent=4)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38151973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A4DA3-61AB-2D18-E90A-0BA9033702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JSON Coding Example – Bank Accounts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60059-6014-A02B-E4F3-B52185B7C5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Lastly we want to save out our Bank account information</a:t>
            </a:r>
          </a:p>
          <a:p>
            <a:r>
              <a:rPr lang="en-US" dirty="0"/>
              <a:t>For this we will use the JSON format</a:t>
            </a:r>
          </a:p>
          <a:p>
            <a:r>
              <a:rPr lang="en-US" dirty="0"/>
              <a:t>Create functionality that reads and writes accounts to a JSON file</a:t>
            </a:r>
          </a:p>
          <a:p>
            <a:pPr lvl="1"/>
            <a:r>
              <a:rPr lang="en-US" dirty="0"/>
              <a:t>This is where we can link our owners now to bank accounts</a:t>
            </a:r>
          </a:p>
          <a:p>
            <a:pPr lvl="1"/>
            <a:r>
              <a:rPr lang="en-US" dirty="0"/>
              <a:t>We can also link in the transactions into </a:t>
            </a:r>
            <a:r>
              <a:rPr lang="en-US"/>
              <a:t>the accounts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99129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B341166D007A44F96DAB297EB9286AE" ma:contentTypeVersion="1" ma:contentTypeDescription="Create a new document." ma:contentTypeScope="" ma:versionID="b480b76c1a13d0cb60d9fa02ce9cfa12">
  <xsd:schema xmlns:xsd="http://www.w3.org/2001/XMLSchema" xmlns:xs="http://www.w3.org/2001/XMLSchema" xmlns:p="http://schemas.microsoft.com/office/2006/metadata/properties" xmlns:ns1="http://schemas.microsoft.com/sharepoint/v3" xmlns:ns2="4408313d-b437-4f49-9134-0613b1cf82e0" targetNamespace="http://schemas.microsoft.com/office/2006/metadata/properties" ma:root="true" ma:fieldsID="7e1a49c581aee02705c497c71c6a3062" ns1:_="" ns2:_="">
    <xsd:import namespace="http://schemas.microsoft.com/sharepoint/v3"/>
    <xsd:import namespace="4408313d-b437-4f49-9134-0613b1cf82e0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1:PublishingStartDate" minOccurs="0"/>
                <xsd:element ref="ns1:PublishingExpirationDat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PublishingStartDate" ma:index="11" nillable="true" ma:displayName="Scheduling Start Date" ma:description="" ma:hidden="true" ma:internalName="PublishingStartDate">
      <xsd:simpleType>
        <xsd:restriction base="dms:Unknown"/>
      </xsd:simpleType>
    </xsd:element>
    <xsd:element name="PublishingExpirationDate" ma:index="12" nillable="true" ma:displayName="Scheduling End Date" ma:description="" ma:hidden="true" ma:internalName="PublishingExpirationDat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408313d-b437-4f49-9134-0613b1cf82e0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PublishingExpirationDate xmlns="http://schemas.microsoft.com/sharepoint/v3" xsi:nil="true"/>
    <PublishingStartDate xmlns="http://schemas.microsoft.com/sharepoint/v3" xsi:nil="true"/>
    <_dlc_DocId xmlns="4408313d-b437-4f49-9134-0613b1cf82e0">5K6DURXD36E5-1034-11</_dlc_DocId>
    <_dlc_DocIdUrl xmlns="4408313d-b437-4f49-9134-0613b1cf82e0">
      <Url>https://myway.mccneb.edu/employees/Departments/marketing/_layouts/15/DocIdRedir.aspx?ID=5K6DURXD36E5-1034-11</Url>
      <Description>5K6DURXD36E5-1034-11</Description>
    </_dlc_DocIdUrl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Assembly>Microsoft.Office.DocumentManagement, Version=14.0.0.0, Culture=neutral, PublicKeyToken=71e9bce111e9429c</Assembly>
    <Class>Microsoft.Office.DocumentManagement.Internal.DocIdHandler</Class>
    <Data/>
    <Filter/>
  </Receiver>
</spe:Receivers>
</file>

<file path=customXml/itemProps1.xml><?xml version="1.0" encoding="utf-8"?>
<ds:datastoreItem xmlns:ds="http://schemas.openxmlformats.org/officeDocument/2006/customXml" ds:itemID="{8A61AA4B-2C2A-4993-9592-F7FC50101C1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4408313d-b437-4f49-9134-0613b1cf82e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4BA48C2-912C-4BF9-9AD3-31CDA2E37A00}">
  <ds:schemaRefs>
    <ds:schemaRef ds:uri="4408313d-b437-4f49-9134-0613b1cf82e0"/>
    <ds:schemaRef ds:uri="http://schemas.microsoft.com/sharepoint/v3"/>
    <ds:schemaRef ds:uri="http://purl.org/dc/dcmitype/"/>
    <ds:schemaRef ds:uri="http://purl.org/dc/terms/"/>
    <ds:schemaRef ds:uri="http://www.w3.org/XML/1998/namespace"/>
    <ds:schemaRef ds:uri="http://schemas.microsoft.com/office/2006/metadata/properties"/>
    <ds:schemaRef ds:uri="http://schemas.microsoft.com/office/2006/documentManagement/types"/>
    <ds:schemaRef ds:uri="http://schemas.openxmlformats.org/package/2006/metadata/core-properties"/>
    <ds:schemaRef ds:uri="http://schemas.microsoft.com/office/infopath/2007/PartnerControls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7AA46240-6986-4B9C-B1FF-32FBEE40E057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B64BA4CB-1A05-46BE-B2E1-F56C6161E1AA}">
  <ds:schemaRefs>
    <ds:schemaRef ds:uri="http://schemas.microsoft.com/sharepoint/event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3357</TotalTime>
  <Words>4199</Words>
  <Application>Microsoft Office PowerPoint</Application>
  <PresentationFormat>Widescreen</PresentationFormat>
  <Paragraphs>242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41" baseType="lpstr">
      <vt:lpstr>Adobe Garamond Pro</vt:lpstr>
      <vt:lpstr>Arial</vt:lpstr>
      <vt:lpstr>Calibri</vt:lpstr>
      <vt:lpstr>Cambria</vt:lpstr>
      <vt:lpstr>Consolas</vt:lpstr>
      <vt:lpstr>Courier New</vt:lpstr>
      <vt:lpstr>Intro Bold</vt:lpstr>
      <vt:lpstr>Intro Light</vt:lpstr>
      <vt:lpstr>Wingdings</vt:lpstr>
      <vt:lpstr>Office Theme</vt:lpstr>
      <vt:lpstr>File Parsing CSV, XML &amp; JSON</vt:lpstr>
      <vt:lpstr>Review of Files</vt:lpstr>
      <vt:lpstr>Plain Text Files</vt:lpstr>
      <vt:lpstr>Reading and Writing Files Basics</vt:lpstr>
      <vt:lpstr>Known Layouts - Records</vt:lpstr>
      <vt:lpstr>Complex Parsing</vt:lpstr>
      <vt:lpstr>CSV Parsing</vt:lpstr>
      <vt:lpstr>What are CSV files?</vt:lpstr>
      <vt:lpstr>Example CSV file</vt:lpstr>
      <vt:lpstr>Basic CSV reading</vt:lpstr>
      <vt:lpstr>Better – DictReader for CSV</vt:lpstr>
      <vt:lpstr>Writing to CSV with DictWriter</vt:lpstr>
      <vt:lpstr>Common CSV Pitfalls and Best Practices</vt:lpstr>
      <vt:lpstr>CSV Coding Example - Owners</vt:lpstr>
      <vt:lpstr>XML Parsing</vt:lpstr>
      <vt:lpstr>What is XML?</vt:lpstr>
      <vt:lpstr>Some XML Vocabulary</vt:lpstr>
      <vt:lpstr>XML library in Python</vt:lpstr>
      <vt:lpstr>Modifying XML file (no objects)</vt:lpstr>
      <vt:lpstr>Writing out objects to XML – new files</vt:lpstr>
      <vt:lpstr>Writing XML in “pretty” form</vt:lpstr>
      <vt:lpstr>“Pretty” nuances</vt:lpstr>
      <vt:lpstr>XML Coding Example - Transactions</vt:lpstr>
      <vt:lpstr>JSON Parsing</vt:lpstr>
      <vt:lpstr>JavaScript Object Notation</vt:lpstr>
      <vt:lpstr>JSON Format</vt:lpstr>
      <vt:lpstr>JSON library and loading up data</vt:lpstr>
      <vt:lpstr>JSON data to objects</vt:lpstr>
      <vt:lpstr>Basic Writing to JSON files</vt:lpstr>
      <vt:lpstr>Writing objects to JSON</vt:lpstr>
      <vt:lpstr>JSON Coding Example – Bank Accounts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Hartman, Lucas</dc:creator>
  <cp:lastModifiedBy>Hartman, Lucas</cp:lastModifiedBy>
  <cp:revision>26</cp:revision>
  <dcterms:created xsi:type="dcterms:W3CDTF">2022-06-09T19:09:31Z</dcterms:created>
  <dcterms:modified xsi:type="dcterms:W3CDTF">2026-04-16T19:44:51Z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0x0101006B341166D007A44F96DAB297EB9286AE</vt:lpwstr>
  </property>
  <property fmtid="{D5CDD505-2E9C-101B-9397-08002B2CF9AE}" pid="3" name="_dlc_DocIdItemGuid">
    <vt:lpwstr>b616e4c7-a5d0-45d1-a2b2-69c0143a48ff</vt:lpwstr>
  </property>
</Properties>
</file>