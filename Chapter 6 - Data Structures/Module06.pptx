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42"/>
  </p:notesMasterIdLst>
  <p:sldIdLst>
    <p:sldId id="256" r:id="rId6"/>
    <p:sldId id="273" r:id="rId7"/>
    <p:sldId id="276" r:id="rId8"/>
    <p:sldId id="277" r:id="rId9"/>
    <p:sldId id="278" r:id="rId10"/>
    <p:sldId id="279" r:id="rId11"/>
    <p:sldId id="280" r:id="rId12"/>
    <p:sldId id="281" r:id="rId13"/>
    <p:sldId id="306" r:id="rId14"/>
    <p:sldId id="307" r:id="rId15"/>
    <p:sldId id="282" r:id="rId16"/>
    <p:sldId id="283" r:id="rId17"/>
    <p:sldId id="274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8" r:id="rId26"/>
    <p:sldId id="291" r:id="rId27"/>
    <p:sldId id="292" r:id="rId28"/>
    <p:sldId id="293" r:id="rId29"/>
    <p:sldId id="294" r:id="rId30"/>
    <p:sldId id="295" r:id="rId31"/>
    <p:sldId id="297" r:id="rId32"/>
    <p:sldId id="275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29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0065"/>
    <a:srgbClr val="490000"/>
    <a:srgbClr val="A20000"/>
    <a:srgbClr val="007CBD"/>
    <a:srgbClr val="00AEEF"/>
    <a:srgbClr val="009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A51C42-FE31-4B40-8C20-088167E910D8}" v="6" dt="2025-12-20T16:51:15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79075" autoAdjust="0"/>
  </p:normalViewPr>
  <p:slideViewPr>
    <p:cSldViewPr snapToGrid="0">
      <p:cViewPr varScale="1">
        <p:scale>
          <a:sx n="87" d="100"/>
          <a:sy n="87" d="100"/>
        </p:scale>
        <p:origin x="70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tman, Lucas" userId="54df504d-6b26-4972-93dd-c21e09d4490b" providerId="ADAL" clId="{DA797BB2-F189-4808-BF03-EC6D040664BC}"/>
    <pc:docChg chg="undo redo custSel addSld delSld modSld sldOrd">
      <pc:chgData name="Hartman, Lucas" userId="54df504d-6b26-4972-93dd-c21e09d4490b" providerId="ADAL" clId="{DA797BB2-F189-4808-BF03-EC6D040664BC}" dt="2025-12-20T16:51:15.177" v="64474" actId="962"/>
      <pc:docMkLst>
        <pc:docMk/>
      </pc:docMkLst>
      <pc:sldChg chg="modSp mod">
        <pc:chgData name="Hartman, Lucas" userId="54df504d-6b26-4972-93dd-c21e09d4490b" providerId="ADAL" clId="{DA797BB2-F189-4808-BF03-EC6D040664BC}" dt="2025-12-10T21:09:38.268" v="49700" actId="20577"/>
        <pc:sldMkLst>
          <pc:docMk/>
          <pc:sldMk cId="2520530202" sldId="256"/>
        </pc:sldMkLst>
        <pc:spChg chg="mod">
          <ac:chgData name="Hartman, Lucas" userId="54df504d-6b26-4972-93dd-c21e09d4490b" providerId="ADAL" clId="{DA797BB2-F189-4808-BF03-EC6D040664BC}" dt="2025-12-10T21:09:35.541" v="49698" actId="20577"/>
          <ac:spMkLst>
            <pc:docMk/>
            <pc:sldMk cId="2520530202" sldId="256"/>
            <ac:spMk id="2" creationId="{589DB60D-668E-44FF-BA61-B56EE8830DC2}"/>
          </ac:spMkLst>
        </pc:spChg>
        <pc:spChg chg="mod">
          <ac:chgData name="Hartman, Lucas" userId="54df504d-6b26-4972-93dd-c21e09d4490b" providerId="ADAL" clId="{DA797BB2-F189-4808-BF03-EC6D040664BC}" dt="2025-12-10T21:09:38.268" v="49700" actId="20577"/>
          <ac:spMkLst>
            <pc:docMk/>
            <pc:sldMk cId="2520530202" sldId="256"/>
            <ac:spMk id="3" creationId="{4A182FC2-B1F9-4263-A786-D0159CDB7DB7}"/>
          </ac:spMkLst>
        </pc:spChg>
      </pc:sldChg>
      <pc:sldChg chg="modSp new mod">
        <pc:chgData name="Hartman, Lucas" userId="54df504d-6b26-4972-93dd-c21e09d4490b" providerId="ADAL" clId="{DA797BB2-F189-4808-BF03-EC6D040664BC}" dt="2025-12-10T21:29:35.696" v="49794" actId="20577"/>
        <pc:sldMkLst>
          <pc:docMk/>
          <pc:sldMk cId="3519035121" sldId="273"/>
        </pc:sldMkLst>
        <pc:spChg chg="mod">
          <ac:chgData name="Hartman, Lucas" userId="54df504d-6b26-4972-93dd-c21e09d4490b" providerId="ADAL" clId="{DA797BB2-F189-4808-BF03-EC6D040664BC}" dt="2025-12-10T21:29:35.696" v="49794" actId="20577"/>
          <ac:spMkLst>
            <pc:docMk/>
            <pc:sldMk cId="3519035121" sldId="273"/>
            <ac:spMk id="2" creationId="{61E5E9E9-3195-BEFF-D428-A3A399103075}"/>
          </ac:spMkLst>
        </pc:spChg>
        <pc:spChg chg="mod">
          <ac:chgData name="Hartman, Lucas" userId="54df504d-6b26-4972-93dd-c21e09d4490b" providerId="ADAL" clId="{DA797BB2-F189-4808-BF03-EC6D040664BC}" dt="2025-12-10T21:28:42.404" v="49754" actId="20577"/>
          <ac:spMkLst>
            <pc:docMk/>
            <pc:sldMk cId="3519035121" sldId="273"/>
            <ac:spMk id="3" creationId="{79814D34-4D2E-1377-706C-B2A0888543BA}"/>
          </ac:spMkLst>
        </pc:spChg>
      </pc:sldChg>
      <pc:sldChg chg="modSp new mod">
        <pc:chgData name="Hartman, Lucas" userId="54df504d-6b26-4972-93dd-c21e09d4490b" providerId="ADAL" clId="{DA797BB2-F189-4808-BF03-EC6D040664BC}" dt="2025-12-10T21:29:30.498" v="49788" actId="20577"/>
        <pc:sldMkLst>
          <pc:docMk/>
          <pc:sldMk cId="1935428142" sldId="274"/>
        </pc:sldMkLst>
        <pc:spChg chg="mod">
          <ac:chgData name="Hartman, Lucas" userId="54df504d-6b26-4972-93dd-c21e09d4490b" providerId="ADAL" clId="{DA797BB2-F189-4808-BF03-EC6D040664BC}" dt="2025-12-10T21:29:30.498" v="49788" actId="20577"/>
          <ac:spMkLst>
            <pc:docMk/>
            <pc:sldMk cId="1935428142" sldId="274"/>
            <ac:spMk id="2" creationId="{98D7E05A-A299-D18A-71F8-0BB00F0E69B3}"/>
          </ac:spMkLst>
        </pc:spChg>
        <pc:spChg chg="mod">
          <ac:chgData name="Hartman, Lucas" userId="54df504d-6b26-4972-93dd-c21e09d4490b" providerId="ADAL" clId="{DA797BB2-F189-4808-BF03-EC6D040664BC}" dt="2025-12-10T21:29:02.237" v="49770" actId="20577"/>
          <ac:spMkLst>
            <pc:docMk/>
            <pc:sldMk cId="1935428142" sldId="274"/>
            <ac:spMk id="3" creationId="{03CD22B8-B3A0-C6D8-3954-655CD4C10BE4}"/>
          </ac:spMkLst>
        </pc:spChg>
      </pc:sldChg>
      <pc:sldChg chg="modSp new mod">
        <pc:chgData name="Hartman, Lucas" userId="54df504d-6b26-4972-93dd-c21e09d4490b" providerId="ADAL" clId="{DA797BB2-F189-4808-BF03-EC6D040664BC}" dt="2025-12-10T21:29:43.964" v="49817" actId="20577"/>
        <pc:sldMkLst>
          <pc:docMk/>
          <pc:sldMk cId="1081791774" sldId="275"/>
        </pc:sldMkLst>
        <pc:spChg chg="mod">
          <ac:chgData name="Hartman, Lucas" userId="54df504d-6b26-4972-93dd-c21e09d4490b" providerId="ADAL" clId="{DA797BB2-F189-4808-BF03-EC6D040664BC}" dt="2025-12-10T21:29:40.571" v="49808" actId="20577"/>
          <ac:spMkLst>
            <pc:docMk/>
            <pc:sldMk cId="1081791774" sldId="275"/>
            <ac:spMk id="2" creationId="{9F97AD5A-EBBA-A9ED-C4B3-9C28CDFCFFD3}"/>
          </ac:spMkLst>
        </pc:spChg>
        <pc:spChg chg="mod">
          <ac:chgData name="Hartman, Lucas" userId="54df504d-6b26-4972-93dd-c21e09d4490b" providerId="ADAL" clId="{DA797BB2-F189-4808-BF03-EC6D040664BC}" dt="2025-12-10T21:29:43.964" v="49817" actId="20577"/>
          <ac:spMkLst>
            <pc:docMk/>
            <pc:sldMk cId="1081791774" sldId="275"/>
            <ac:spMk id="3" creationId="{A1FF685A-989E-5044-21F5-70C8971F29F8}"/>
          </ac:spMkLst>
        </pc:spChg>
      </pc:sldChg>
      <pc:sldChg chg="addSp delSp modSp new mod modClrScheme chgLayout">
        <pc:chgData name="Hartman, Lucas" userId="54df504d-6b26-4972-93dd-c21e09d4490b" providerId="ADAL" clId="{DA797BB2-F189-4808-BF03-EC6D040664BC}" dt="2025-12-10T21:35:06.627" v="50465" actId="1076"/>
        <pc:sldMkLst>
          <pc:docMk/>
          <pc:sldMk cId="2489549877" sldId="276"/>
        </pc:sldMkLst>
        <pc:spChg chg="mod ord">
          <ac:chgData name="Hartman, Lucas" userId="54df504d-6b26-4972-93dd-c21e09d4490b" providerId="ADAL" clId="{DA797BB2-F189-4808-BF03-EC6D040664BC}" dt="2025-12-10T21:30:15.452" v="49834" actId="700"/>
          <ac:spMkLst>
            <pc:docMk/>
            <pc:sldMk cId="2489549877" sldId="276"/>
            <ac:spMk id="2" creationId="{1D97D90E-3632-5455-2FD6-F92FF6B460BD}"/>
          </ac:spMkLst>
        </pc:spChg>
        <pc:spChg chg="add mod ord">
          <ac:chgData name="Hartman, Lucas" userId="54df504d-6b26-4972-93dd-c21e09d4490b" providerId="ADAL" clId="{DA797BB2-F189-4808-BF03-EC6D040664BC}" dt="2025-12-10T21:34:06.308" v="50439" actId="14100"/>
          <ac:spMkLst>
            <pc:docMk/>
            <pc:sldMk cId="2489549877" sldId="276"/>
            <ac:spMk id="4" creationId="{18DFBE88-0458-265D-309C-2D596958DE06}"/>
          </ac:spMkLst>
        </pc:spChg>
        <pc:spChg chg="add mod ord">
          <ac:chgData name="Hartman, Lucas" userId="54df504d-6b26-4972-93dd-c21e09d4490b" providerId="ADAL" clId="{DA797BB2-F189-4808-BF03-EC6D040664BC}" dt="2025-12-10T21:35:06.627" v="50465" actId="1076"/>
          <ac:spMkLst>
            <pc:docMk/>
            <pc:sldMk cId="2489549877" sldId="276"/>
            <ac:spMk id="5" creationId="{A2D6FB6B-C56C-9EBB-A404-872F9C2FDED6}"/>
          </ac:spMkLst>
        </pc:spChg>
      </pc:sldChg>
      <pc:sldChg chg="modSp new mod">
        <pc:chgData name="Hartman, Lucas" userId="54df504d-6b26-4972-93dd-c21e09d4490b" providerId="ADAL" clId="{DA797BB2-F189-4808-BF03-EC6D040664BC}" dt="2025-12-20T16:47:35.148" v="64373" actId="207"/>
        <pc:sldMkLst>
          <pc:docMk/>
          <pc:sldMk cId="2981946288" sldId="277"/>
        </pc:sldMkLst>
        <pc:spChg chg="mod">
          <ac:chgData name="Hartman, Lucas" userId="54df504d-6b26-4972-93dd-c21e09d4490b" providerId="ADAL" clId="{DA797BB2-F189-4808-BF03-EC6D040664BC}" dt="2025-12-10T21:37:58.662" v="50954" actId="20577"/>
          <ac:spMkLst>
            <pc:docMk/>
            <pc:sldMk cId="2981946288" sldId="277"/>
            <ac:spMk id="2" creationId="{3AEE7FCD-DB31-0ED6-A9EB-CF1EB63F0553}"/>
          </ac:spMkLst>
        </pc:spChg>
        <pc:spChg chg="mod">
          <ac:chgData name="Hartman, Lucas" userId="54df504d-6b26-4972-93dd-c21e09d4490b" providerId="ADAL" clId="{DA797BB2-F189-4808-BF03-EC6D040664BC}" dt="2025-12-10T21:37:44.767" v="50943" actId="14"/>
          <ac:spMkLst>
            <pc:docMk/>
            <pc:sldMk cId="2981946288" sldId="277"/>
            <ac:spMk id="3" creationId="{FF566296-D662-6102-14BB-109036908766}"/>
          </ac:spMkLst>
        </pc:spChg>
        <pc:spChg chg="mod">
          <ac:chgData name="Hartman, Lucas" userId="54df504d-6b26-4972-93dd-c21e09d4490b" providerId="ADAL" clId="{DA797BB2-F189-4808-BF03-EC6D040664BC}" dt="2025-12-20T16:47:35.148" v="64373" actId="207"/>
          <ac:spMkLst>
            <pc:docMk/>
            <pc:sldMk cId="2981946288" sldId="277"/>
            <ac:spMk id="4" creationId="{BB04FFD6-3AD9-152E-E82E-786730C8BA07}"/>
          </ac:spMkLst>
        </pc:spChg>
      </pc:sldChg>
      <pc:sldChg chg="modSp new mod">
        <pc:chgData name="Hartman, Lucas" userId="54df504d-6b26-4972-93dd-c21e09d4490b" providerId="ADAL" clId="{DA797BB2-F189-4808-BF03-EC6D040664BC}" dt="2025-12-20T16:48:40.954" v="64385" actId="207"/>
        <pc:sldMkLst>
          <pc:docMk/>
          <pc:sldMk cId="1969293333" sldId="278"/>
        </pc:sldMkLst>
        <pc:spChg chg="mod">
          <ac:chgData name="Hartman, Lucas" userId="54df504d-6b26-4972-93dd-c21e09d4490b" providerId="ADAL" clId="{DA797BB2-F189-4808-BF03-EC6D040664BC}" dt="2025-12-10T21:40:13.204" v="51083" actId="20577"/>
          <ac:spMkLst>
            <pc:docMk/>
            <pc:sldMk cId="1969293333" sldId="278"/>
            <ac:spMk id="2" creationId="{61CA5161-E61A-494F-59BD-B327BCB60944}"/>
          </ac:spMkLst>
        </pc:spChg>
        <pc:spChg chg="mod">
          <ac:chgData name="Hartman, Lucas" userId="54df504d-6b26-4972-93dd-c21e09d4490b" providerId="ADAL" clId="{DA797BB2-F189-4808-BF03-EC6D040664BC}" dt="2025-12-10T21:42:42.014" v="51775" actId="33524"/>
          <ac:spMkLst>
            <pc:docMk/>
            <pc:sldMk cId="1969293333" sldId="278"/>
            <ac:spMk id="3" creationId="{7D74CC5F-647E-1EC0-5A1D-20C5B02421EC}"/>
          </ac:spMkLst>
        </pc:spChg>
        <pc:spChg chg="mod">
          <ac:chgData name="Hartman, Lucas" userId="54df504d-6b26-4972-93dd-c21e09d4490b" providerId="ADAL" clId="{DA797BB2-F189-4808-BF03-EC6D040664BC}" dt="2025-12-20T16:48:40.954" v="64385" actId="207"/>
          <ac:spMkLst>
            <pc:docMk/>
            <pc:sldMk cId="1969293333" sldId="278"/>
            <ac:spMk id="4" creationId="{6CE95730-209E-6544-386D-A6A9E7DC4933}"/>
          </ac:spMkLst>
        </pc:spChg>
      </pc:sldChg>
      <pc:sldChg chg="modSp new mod">
        <pc:chgData name="Hartman, Lucas" userId="54df504d-6b26-4972-93dd-c21e09d4490b" providerId="ADAL" clId="{DA797BB2-F189-4808-BF03-EC6D040664BC}" dt="2025-12-10T21:43:52.219" v="51805" actId="27636"/>
        <pc:sldMkLst>
          <pc:docMk/>
          <pc:sldMk cId="665564325" sldId="279"/>
        </pc:sldMkLst>
        <pc:spChg chg="mod">
          <ac:chgData name="Hartman, Lucas" userId="54df504d-6b26-4972-93dd-c21e09d4490b" providerId="ADAL" clId="{DA797BB2-F189-4808-BF03-EC6D040664BC}" dt="2025-12-10T21:43:46.754" v="51803" actId="20577"/>
          <ac:spMkLst>
            <pc:docMk/>
            <pc:sldMk cId="665564325" sldId="279"/>
            <ac:spMk id="2" creationId="{83CCC124-1D8A-68AE-D06C-82696AB25305}"/>
          </ac:spMkLst>
        </pc:spChg>
        <pc:spChg chg="mod">
          <ac:chgData name="Hartman, Lucas" userId="54df504d-6b26-4972-93dd-c21e09d4490b" providerId="ADAL" clId="{DA797BB2-F189-4808-BF03-EC6D040664BC}" dt="2025-12-10T21:43:52.219" v="51805" actId="27636"/>
          <ac:spMkLst>
            <pc:docMk/>
            <pc:sldMk cId="665564325" sldId="279"/>
            <ac:spMk id="3" creationId="{606C1E7B-CFA2-655D-5180-E2AF090083D7}"/>
          </ac:spMkLst>
        </pc:spChg>
      </pc:sldChg>
      <pc:sldChg chg="modSp new mod">
        <pc:chgData name="Hartman, Lucas" userId="54df504d-6b26-4972-93dd-c21e09d4490b" providerId="ADAL" clId="{DA797BB2-F189-4808-BF03-EC6D040664BC}" dt="2025-12-20T16:47:58.769" v="64376" actId="108"/>
        <pc:sldMkLst>
          <pc:docMk/>
          <pc:sldMk cId="2426414248" sldId="280"/>
        </pc:sldMkLst>
        <pc:spChg chg="mod">
          <ac:chgData name="Hartman, Lucas" userId="54df504d-6b26-4972-93dd-c21e09d4490b" providerId="ADAL" clId="{DA797BB2-F189-4808-BF03-EC6D040664BC}" dt="2025-12-10T21:44:20.066" v="51839" actId="20577"/>
          <ac:spMkLst>
            <pc:docMk/>
            <pc:sldMk cId="2426414248" sldId="280"/>
            <ac:spMk id="2" creationId="{FAA75AB8-4273-BD6B-1144-3A71B1066FB5}"/>
          </ac:spMkLst>
        </pc:spChg>
        <pc:spChg chg="mod">
          <ac:chgData name="Hartman, Lucas" userId="54df504d-6b26-4972-93dd-c21e09d4490b" providerId="ADAL" clId="{DA797BB2-F189-4808-BF03-EC6D040664BC}" dt="2025-12-10T21:44:40.971" v="51956" actId="20577"/>
          <ac:spMkLst>
            <pc:docMk/>
            <pc:sldMk cId="2426414248" sldId="280"/>
            <ac:spMk id="3" creationId="{D1126A14-7BA2-3CF2-216B-CFFC63AC5465}"/>
          </ac:spMkLst>
        </pc:spChg>
        <pc:spChg chg="mod">
          <ac:chgData name="Hartman, Lucas" userId="54df504d-6b26-4972-93dd-c21e09d4490b" providerId="ADAL" clId="{DA797BB2-F189-4808-BF03-EC6D040664BC}" dt="2025-12-20T16:47:58.769" v="64376" actId="108"/>
          <ac:spMkLst>
            <pc:docMk/>
            <pc:sldMk cId="2426414248" sldId="280"/>
            <ac:spMk id="4" creationId="{5382CF07-8ACF-D924-E812-A03D8DB27B9F}"/>
          </ac:spMkLst>
        </pc:spChg>
      </pc:sldChg>
      <pc:sldChg chg="modSp new mod">
        <pc:chgData name="Hartman, Lucas" userId="54df504d-6b26-4972-93dd-c21e09d4490b" providerId="ADAL" clId="{DA797BB2-F189-4808-BF03-EC6D040664BC}" dt="2025-12-20T16:44:55.389" v="64336" actId="207"/>
        <pc:sldMkLst>
          <pc:docMk/>
          <pc:sldMk cId="123240813" sldId="281"/>
        </pc:sldMkLst>
        <pc:spChg chg="mod">
          <ac:chgData name="Hartman, Lucas" userId="54df504d-6b26-4972-93dd-c21e09d4490b" providerId="ADAL" clId="{DA797BB2-F189-4808-BF03-EC6D040664BC}" dt="2025-12-18T20:25:34.594" v="63932" actId="20577"/>
          <ac:spMkLst>
            <pc:docMk/>
            <pc:sldMk cId="123240813" sldId="281"/>
            <ac:spMk id="2" creationId="{578365A7-EE49-01A3-280A-8973EC7C99A1}"/>
          </ac:spMkLst>
        </pc:spChg>
        <pc:spChg chg="mod">
          <ac:chgData name="Hartman, Lucas" userId="54df504d-6b26-4972-93dd-c21e09d4490b" providerId="ADAL" clId="{DA797BB2-F189-4808-BF03-EC6D040664BC}" dt="2025-12-18T20:25:20.766" v="63927" actId="27636"/>
          <ac:spMkLst>
            <pc:docMk/>
            <pc:sldMk cId="123240813" sldId="281"/>
            <ac:spMk id="3" creationId="{3100D7D1-78D6-FC0E-FB76-B55C1DE008FB}"/>
          </ac:spMkLst>
        </pc:spChg>
        <pc:spChg chg="mod">
          <ac:chgData name="Hartman, Lucas" userId="54df504d-6b26-4972-93dd-c21e09d4490b" providerId="ADAL" clId="{DA797BB2-F189-4808-BF03-EC6D040664BC}" dt="2025-12-20T16:44:55.389" v="64336" actId="207"/>
          <ac:spMkLst>
            <pc:docMk/>
            <pc:sldMk cId="123240813" sldId="281"/>
            <ac:spMk id="4" creationId="{B04D8D57-C608-B40D-336C-A945E70411CE}"/>
          </ac:spMkLst>
        </pc:spChg>
      </pc:sldChg>
      <pc:sldChg chg="modSp new mod">
        <pc:chgData name="Hartman, Lucas" userId="54df504d-6b26-4972-93dd-c21e09d4490b" providerId="ADAL" clId="{DA797BB2-F189-4808-BF03-EC6D040664BC}" dt="2025-12-11T14:46:56.256" v="53021" actId="20577"/>
        <pc:sldMkLst>
          <pc:docMk/>
          <pc:sldMk cId="4083352202" sldId="282"/>
        </pc:sldMkLst>
        <pc:spChg chg="mod">
          <ac:chgData name="Hartman, Lucas" userId="54df504d-6b26-4972-93dd-c21e09d4490b" providerId="ADAL" clId="{DA797BB2-F189-4808-BF03-EC6D040664BC}" dt="2025-12-10T22:00:04.561" v="52488" actId="20577"/>
          <ac:spMkLst>
            <pc:docMk/>
            <pc:sldMk cId="4083352202" sldId="282"/>
            <ac:spMk id="2" creationId="{EBE26CEF-15F4-2075-CFFC-0462873AFBB2}"/>
          </ac:spMkLst>
        </pc:spChg>
        <pc:spChg chg="mod">
          <ac:chgData name="Hartman, Lucas" userId="54df504d-6b26-4972-93dd-c21e09d4490b" providerId="ADAL" clId="{DA797BB2-F189-4808-BF03-EC6D040664BC}" dt="2025-12-11T14:46:56.256" v="53021" actId="20577"/>
          <ac:spMkLst>
            <pc:docMk/>
            <pc:sldMk cId="4083352202" sldId="282"/>
            <ac:spMk id="3" creationId="{BE53E98C-88F5-51E3-E46D-02D3CE20B4AD}"/>
          </ac:spMkLst>
        </pc:spChg>
      </pc:sldChg>
      <pc:sldChg chg="modSp new mod">
        <pc:chgData name="Hartman, Lucas" userId="54df504d-6b26-4972-93dd-c21e09d4490b" providerId="ADAL" clId="{DA797BB2-F189-4808-BF03-EC6D040664BC}" dt="2025-12-20T16:45:54.356" v="64355" actId="108"/>
        <pc:sldMkLst>
          <pc:docMk/>
          <pc:sldMk cId="838756364" sldId="283"/>
        </pc:sldMkLst>
        <pc:spChg chg="mod">
          <ac:chgData name="Hartman, Lucas" userId="54df504d-6b26-4972-93dd-c21e09d4490b" providerId="ADAL" clId="{DA797BB2-F189-4808-BF03-EC6D040664BC}" dt="2025-12-11T14:47:20.023" v="53052" actId="20577"/>
          <ac:spMkLst>
            <pc:docMk/>
            <pc:sldMk cId="838756364" sldId="283"/>
            <ac:spMk id="2" creationId="{DAFECC84-9EEE-52D2-9CF9-7391A7ED529C}"/>
          </ac:spMkLst>
        </pc:spChg>
        <pc:spChg chg="mod">
          <ac:chgData name="Hartman, Lucas" userId="54df504d-6b26-4972-93dd-c21e09d4490b" providerId="ADAL" clId="{DA797BB2-F189-4808-BF03-EC6D040664BC}" dt="2025-12-11T15:10:48.681" v="53484" actId="1076"/>
          <ac:spMkLst>
            <pc:docMk/>
            <pc:sldMk cId="838756364" sldId="283"/>
            <ac:spMk id="3" creationId="{8745574C-1C1B-3A02-14B7-E5A4A7D4F2DB}"/>
          </ac:spMkLst>
        </pc:spChg>
        <pc:spChg chg="mod">
          <ac:chgData name="Hartman, Lucas" userId="54df504d-6b26-4972-93dd-c21e09d4490b" providerId="ADAL" clId="{DA797BB2-F189-4808-BF03-EC6D040664BC}" dt="2025-12-20T16:45:54.356" v="64355" actId="108"/>
          <ac:spMkLst>
            <pc:docMk/>
            <pc:sldMk cId="838756364" sldId="283"/>
            <ac:spMk id="4" creationId="{BE8382D3-743E-C81C-FEBF-A3BBB96FDAA8}"/>
          </ac:spMkLst>
        </pc:spChg>
      </pc:sldChg>
      <pc:sldChg chg="modSp new mod">
        <pc:chgData name="Hartman, Lucas" userId="54df504d-6b26-4972-93dd-c21e09d4490b" providerId="ADAL" clId="{DA797BB2-F189-4808-BF03-EC6D040664BC}" dt="2025-12-11T15:24:09.364" v="53910" actId="255"/>
        <pc:sldMkLst>
          <pc:docMk/>
          <pc:sldMk cId="624405002" sldId="284"/>
        </pc:sldMkLst>
        <pc:spChg chg="mod">
          <ac:chgData name="Hartman, Lucas" userId="54df504d-6b26-4972-93dd-c21e09d4490b" providerId="ADAL" clId="{DA797BB2-F189-4808-BF03-EC6D040664BC}" dt="2025-12-11T15:21:54.173" v="53502" actId="20577"/>
          <ac:spMkLst>
            <pc:docMk/>
            <pc:sldMk cId="624405002" sldId="284"/>
            <ac:spMk id="2" creationId="{E714C877-25B9-BE22-46C3-7BB49CD7CE83}"/>
          </ac:spMkLst>
        </pc:spChg>
        <pc:spChg chg="mod">
          <ac:chgData name="Hartman, Lucas" userId="54df504d-6b26-4972-93dd-c21e09d4490b" providerId="ADAL" clId="{DA797BB2-F189-4808-BF03-EC6D040664BC}" dt="2025-12-11T15:23:17.278" v="53900" actId="20577"/>
          <ac:spMkLst>
            <pc:docMk/>
            <pc:sldMk cId="624405002" sldId="284"/>
            <ac:spMk id="3" creationId="{5869009B-EAD7-D857-CAC4-F3E3142D9586}"/>
          </ac:spMkLst>
        </pc:spChg>
        <pc:spChg chg="mod">
          <ac:chgData name="Hartman, Lucas" userId="54df504d-6b26-4972-93dd-c21e09d4490b" providerId="ADAL" clId="{DA797BB2-F189-4808-BF03-EC6D040664BC}" dt="2025-12-11T15:24:09.364" v="53910" actId="255"/>
          <ac:spMkLst>
            <pc:docMk/>
            <pc:sldMk cId="624405002" sldId="284"/>
            <ac:spMk id="4" creationId="{32ABEAF9-91EE-988C-A97E-4BDCF83E5159}"/>
          </ac:spMkLst>
        </pc:spChg>
      </pc:sldChg>
      <pc:sldChg chg="modSp new mod">
        <pc:chgData name="Hartman, Lucas" userId="54df504d-6b26-4972-93dd-c21e09d4490b" providerId="ADAL" clId="{DA797BB2-F189-4808-BF03-EC6D040664BC}" dt="2025-12-11T15:29:12.134" v="54666" actId="20577"/>
        <pc:sldMkLst>
          <pc:docMk/>
          <pc:sldMk cId="1380764417" sldId="285"/>
        </pc:sldMkLst>
        <pc:spChg chg="mod">
          <ac:chgData name="Hartman, Lucas" userId="54df504d-6b26-4972-93dd-c21e09d4490b" providerId="ADAL" clId="{DA797BB2-F189-4808-BF03-EC6D040664BC}" dt="2025-12-11T15:26:32.373" v="54600" actId="20577"/>
          <ac:spMkLst>
            <pc:docMk/>
            <pc:sldMk cId="1380764417" sldId="285"/>
            <ac:spMk id="2" creationId="{B495E0A2-0256-A376-09C9-E6CC9144C71D}"/>
          </ac:spMkLst>
        </pc:spChg>
        <pc:spChg chg="mod">
          <ac:chgData name="Hartman, Lucas" userId="54df504d-6b26-4972-93dd-c21e09d4490b" providerId="ADAL" clId="{DA797BB2-F189-4808-BF03-EC6D040664BC}" dt="2025-12-11T15:27:31.834" v="54642" actId="1076"/>
          <ac:spMkLst>
            <pc:docMk/>
            <pc:sldMk cId="1380764417" sldId="285"/>
            <ac:spMk id="3" creationId="{C6EB1AF2-3719-B89C-860B-3451A09D7BB4}"/>
          </ac:spMkLst>
        </pc:spChg>
        <pc:spChg chg="mod">
          <ac:chgData name="Hartman, Lucas" userId="54df504d-6b26-4972-93dd-c21e09d4490b" providerId="ADAL" clId="{DA797BB2-F189-4808-BF03-EC6D040664BC}" dt="2025-12-11T15:29:12.134" v="54666" actId="20577"/>
          <ac:spMkLst>
            <pc:docMk/>
            <pc:sldMk cId="1380764417" sldId="285"/>
            <ac:spMk id="4" creationId="{2B602C4B-0CCB-B1DD-012A-2DD7BCC85F27}"/>
          </ac:spMkLst>
        </pc:spChg>
      </pc:sldChg>
      <pc:sldChg chg="modSp new mod">
        <pc:chgData name="Hartman, Lucas" userId="54df504d-6b26-4972-93dd-c21e09d4490b" providerId="ADAL" clId="{DA797BB2-F189-4808-BF03-EC6D040664BC}" dt="2025-12-11T15:41:14.222" v="55139" actId="313"/>
        <pc:sldMkLst>
          <pc:docMk/>
          <pc:sldMk cId="1464918722" sldId="286"/>
        </pc:sldMkLst>
        <pc:spChg chg="mod">
          <ac:chgData name="Hartman, Lucas" userId="54df504d-6b26-4972-93dd-c21e09d4490b" providerId="ADAL" clId="{DA797BB2-F189-4808-BF03-EC6D040664BC}" dt="2025-12-11T15:29:39.398" v="54707" actId="20577"/>
          <ac:spMkLst>
            <pc:docMk/>
            <pc:sldMk cId="1464918722" sldId="286"/>
            <ac:spMk id="2" creationId="{AC71CF90-A887-F231-59D9-61955ECCF116}"/>
          </ac:spMkLst>
        </pc:spChg>
        <pc:spChg chg="mod">
          <ac:chgData name="Hartman, Lucas" userId="54df504d-6b26-4972-93dd-c21e09d4490b" providerId="ADAL" clId="{DA797BB2-F189-4808-BF03-EC6D040664BC}" dt="2025-12-11T15:41:14.222" v="55139" actId="313"/>
          <ac:spMkLst>
            <pc:docMk/>
            <pc:sldMk cId="1464918722" sldId="286"/>
            <ac:spMk id="3" creationId="{A1257DA7-CA62-F77F-C46D-029814377C07}"/>
          </ac:spMkLst>
        </pc:spChg>
        <pc:spChg chg="mod">
          <ac:chgData name="Hartman, Lucas" userId="54df504d-6b26-4972-93dd-c21e09d4490b" providerId="ADAL" clId="{DA797BB2-F189-4808-BF03-EC6D040664BC}" dt="2025-12-11T15:41:10.629" v="55138" actId="14100"/>
          <ac:spMkLst>
            <pc:docMk/>
            <pc:sldMk cId="1464918722" sldId="286"/>
            <ac:spMk id="4" creationId="{66DADA4F-B0C8-29FC-94BB-E9EB6F8E8A63}"/>
          </ac:spMkLst>
        </pc:spChg>
      </pc:sldChg>
      <pc:sldChg chg="modSp new mod">
        <pc:chgData name="Hartman, Lucas" userId="54df504d-6b26-4972-93dd-c21e09d4490b" providerId="ADAL" clId="{DA797BB2-F189-4808-BF03-EC6D040664BC}" dt="2025-12-11T15:43:22.806" v="55404" actId="1076"/>
        <pc:sldMkLst>
          <pc:docMk/>
          <pc:sldMk cId="2180253795" sldId="287"/>
        </pc:sldMkLst>
        <pc:spChg chg="mod">
          <ac:chgData name="Hartman, Lucas" userId="54df504d-6b26-4972-93dd-c21e09d4490b" providerId="ADAL" clId="{DA797BB2-F189-4808-BF03-EC6D040664BC}" dt="2025-12-11T15:41:36.471" v="55163" actId="20577"/>
          <ac:spMkLst>
            <pc:docMk/>
            <pc:sldMk cId="2180253795" sldId="287"/>
            <ac:spMk id="2" creationId="{ED47FD0D-993D-43B8-EEC6-FA8FBD3D5A1B}"/>
          </ac:spMkLst>
        </pc:spChg>
        <pc:spChg chg="mod">
          <ac:chgData name="Hartman, Lucas" userId="54df504d-6b26-4972-93dd-c21e09d4490b" providerId="ADAL" clId="{DA797BB2-F189-4808-BF03-EC6D040664BC}" dt="2025-12-11T15:43:19.165" v="55403" actId="1076"/>
          <ac:spMkLst>
            <pc:docMk/>
            <pc:sldMk cId="2180253795" sldId="287"/>
            <ac:spMk id="3" creationId="{054768B1-3271-D8FF-CA7D-8202189FD816}"/>
          </ac:spMkLst>
        </pc:spChg>
        <pc:spChg chg="mod">
          <ac:chgData name="Hartman, Lucas" userId="54df504d-6b26-4972-93dd-c21e09d4490b" providerId="ADAL" clId="{DA797BB2-F189-4808-BF03-EC6D040664BC}" dt="2025-12-11T15:43:22.806" v="55404" actId="1076"/>
          <ac:spMkLst>
            <pc:docMk/>
            <pc:sldMk cId="2180253795" sldId="287"/>
            <ac:spMk id="4" creationId="{307F00DD-3B02-4A19-79BA-448D89F1935E}"/>
          </ac:spMkLst>
        </pc:spChg>
      </pc:sldChg>
      <pc:sldChg chg="modSp new mod">
        <pc:chgData name="Hartman, Lucas" userId="54df504d-6b26-4972-93dd-c21e09d4490b" providerId="ADAL" clId="{DA797BB2-F189-4808-BF03-EC6D040664BC}" dt="2025-12-19T20:40:09.563" v="64132" actId="20577"/>
        <pc:sldMkLst>
          <pc:docMk/>
          <pc:sldMk cId="2377715098" sldId="288"/>
        </pc:sldMkLst>
        <pc:spChg chg="mod">
          <ac:chgData name="Hartman, Lucas" userId="54df504d-6b26-4972-93dd-c21e09d4490b" providerId="ADAL" clId="{DA797BB2-F189-4808-BF03-EC6D040664BC}" dt="2025-12-11T15:44:44.967" v="55431" actId="20577"/>
          <ac:spMkLst>
            <pc:docMk/>
            <pc:sldMk cId="2377715098" sldId="288"/>
            <ac:spMk id="2" creationId="{FC721BE6-5C02-95E5-A18F-D7771F097320}"/>
          </ac:spMkLst>
        </pc:spChg>
        <pc:spChg chg="mod">
          <ac:chgData name="Hartman, Lucas" userId="54df504d-6b26-4972-93dd-c21e09d4490b" providerId="ADAL" clId="{DA797BB2-F189-4808-BF03-EC6D040664BC}" dt="2025-12-19T20:40:01.610" v="64125" actId="1076"/>
          <ac:spMkLst>
            <pc:docMk/>
            <pc:sldMk cId="2377715098" sldId="288"/>
            <ac:spMk id="3" creationId="{49CD1C47-BFB6-57AA-3A98-12A2581EC1C1}"/>
          </ac:spMkLst>
        </pc:spChg>
        <pc:spChg chg="mod">
          <ac:chgData name="Hartman, Lucas" userId="54df504d-6b26-4972-93dd-c21e09d4490b" providerId="ADAL" clId="{DA797BB2-F189-4808-BF03-EC6D040664BC}" dt="2025-12-19T20:40:09.563" v="64132" actId="20577"/>
          <ac:spMkLst>
            <pc:docMk/>
            <pc:sldMk cId="2377715098" sldId="288"/>
            <ac:spMk id="4" creationId="{0739C767-0B79-1740-31DF-DC974C194A6B}"/>
          </ac:spMkLst>
        </pc:spChg>
      </pc:sldChg>
      <pc:sldChg chg="addSp modSp new mod modClrScheme chgLayout">
        <pc:chgData name="Hartman, Lucas" userId="54df504d-6b26-4972-93dd-c21e09d4490b" providerId="ADAL" clId="{DA797BB2-F189-4808-BF03-EC6D040664BC}" dt="2025-12-11T15:49:56.223" v="56421" actId="1076"/>
        <pc:sldMkLst>
          <pc:docMk/>
          <pc:sldMk cId="692881928" sldId="289"/>
        </pc:sldMkLst>
        <pc:spChg chg="mod ord">
          <ac:chgData name="Hartman, Lucas" userId="54df504d-6b26-4972-93dd-c21e09d4490b" providerId="ADAL" clId="{DA797BB2-F189-4808-BF03-EC6D040664BC}" dt="2025-12-11T15:48:32.898" v="56397" actId="700"/>
          <ac:spMkLst>
            <pc:docMk/>
            <pc:sldMk cId="692881928" sldId="289"/>
            <ac:spMk id="2" creationId="{9EA6C873-E2DB-EC65-452B-41B0926D7CFB}"/>
          </ac:spMkLst>
        </pc:spChg>
        <pc:spChg chg="mod ord">
          <ac:chgData name="Hartman, Lucas" userId="54df504d-6b26-4972-93dd-c21e09d4490b" providerId="ADAL" clId="{DA797BB2-F189-4808-BF03-EC6D040664BC}" dt="2025-12-11T15:49:40.148" v="56416" actId="1076"/>
          <ac:spMkLst>
            <pc:docMk/>
            <pc:sldMk cId="692881928" sldId="289"/>
            <ac:spMk id="3" creationId="{CA1DD8B5-D8D9-138D-64C9-A4976F026941}"/>
          </ac:spMkLst>
        </pc:spChg>
        <pc:spChg chg="add mod ord">
          <ac:chgData name="Hartman, Lucas" userId="54df504d-6b26-4972-93dd-c21e09d4490b" providerId="ADAL" clId="{DA797BB2-F189-4808-BF03-EC6D040664BC}" dt="2025-12-11T15:49:56.223" v="56421" actId="1076"/>
          <ac:spMkLst>
            <pc:docMk/>
            <pc:sldMk cId="692881928" sldId="289"/>
            <ac:spMk id="4" creationId="{5A7210B9-C8A8-4791-4AE3-334498EB209F}"/>
          </ac:spMkLst>
        </pc:spChg>
      </pc:sldChg>
      <pc:sldChg chg="modSp new mod">
        <pc:chgData name="Hartman, Lucas" userId="54df504d-6b26-4972-93dd-c21e09d4490b" providerId="ADAL" clId="{DA797BB2-F189-4808-BF03-EC6D040664BC}" dt="2025-12-19T20:39:44.771" v="64122" actId="108"/>
        <pc:sldMkLst>
          <pc:docMk/>
          <pc:sldMk cId="2596198279" sldId="290"/>
        </pc:sldMkLst>
        <pc:spChg chg="mod">
          <ac:chgData name="Hartman, Lucas" userId="54df504d-6b26-4972-93dd-c21e09d4490b" providerId="ADAL" clId="{DA797BB2-F189-4808-BF03-EC6D040664BC}" dt="2025-12-11T15:50:16.894" v="56476" actId="20577"/>
          <ac:spMkLst>
            <pc:docMk/>
            <pc:sldMk cId="2596198279" sldId="290"/>
            <ac:spMk id="2" creationId="{212F9602-4298-14CA-D30C-B801C5E58D6D}"/>
          </ac:spMkLst>
        </pc:spChg>
        <pc:spChg chg="mod">
          <ac:chgData name="Hartman, Lucas" userId="54df504d-6b26-4972-93dd-c21e09d4490b" providerId="ADAL" clId="{DA797BB2-F189-4808-BF03-EC6D040664BC}" dt="2025-12-11T15:54:59.468" v="57262" actId="14100"/>
          <ac:spMkLst>
            <pc:docMk/>
            <pc:sldMk cId="2596198279" sldId="290"/>
            <ac:spMk id="3" creationId="{670CB4E8-06BF-98FD-20A9-70BD12B95EF4}"/>
          </ac:spMkLst>
        </pc:spChg>
        <pc:spChg chg="mod">
          <ac:chgData name="Hartman, Lucas" userId="54df504d-6b26-4972-93dd-c21e09d4490b" providerId="ADAL" clId="{DA797BB2-F189-4808-BF03-EC6D040664BC}" dt="2025-12-19T20:39:44.771" v="64122" actId="108"/>
          <ac:spMkLst>
            <pc:docMk/>
            <pc:sldMk cId="2596198279" sldId="290"/>
            <ac:spMk id="4" creationId="{093DFFFF-2D5A-EBE3-D4E2-30BC2CCE690E}"/>
          </ac:spMkLst>
        </pc:spChg>
      </pc:sldChg>
      <pc:sldChg chg="modSp new mod">
        <pc:chgData name="Hartman, Lucas" userId="54df504d-6b26-4972-93dd-c21e09d4490b" providerId="ADAL" clId="{DA797BB2-F189-4808-BF03-EC6D040664BC}" dt="2025-12-11T15:58:28.119" v="57309" actId="20577"/>
        <pc:sldMkLst>
          <pc:docMk/>
          <pc:sldMk cId="810289591" sldId="291"/>
        </pc:sldMkLst>
        <pc:spChg chg="mod">
          <ac:chgData name="Hartman, Lucas" userId="54df504d-6b26-4972-93dd-c21e09d4490b" providerId="ADAL" clId="{DA797BB2-F189-4808-BF03-EC6D040664BC}" dt="2025-12-11T15:58:25.413" v="57300" actId="20577"/>
          <ac:spMkLst>
            <pc:docMk/>
            <pc:sldMk cId="810289591" sldId="291"/>
            <ac:spMk id="2" creationId="{14CC8A35-F7FF-7FD9-FEA3-A7BC253D89B6}"/>
          </ac:spMkLst>
        </pc:spChg>
        <pc:spChg chg="mod">
          <ac:chgData name="Hartman, Lucas" userId="54df504d-6b26-4972-93dd-c21e09d4490b" providerId="ADAL" clId="{DA797BB2-F189-4808-BF03-EC6D040664BC}" dt="2025-12-11T15:58:28.119" v="57309" actId="20577"/>
          <ac:spMkLst>
            <pc:docMk/>
            <pc:sldMk cId="810289591" sldId="291"/>
            <ac:spMk id="3" creationId="{64CB04F8-4D71-F29D-62C6-80B2367F1499}"/>
          </ac:spMkLst>
        </pc:spChg>
      </pc:sldChg>
      <pc:sldChg chg="modSp new mod">
        <pc:chgData name="Hartman, Lucas" userId="54df504d-6b26-4972-93dd-c21e09d4490b" providerId="ADAL" clId="{DA797BB2-F189-4808-BF03-EC6D040664BC}" dt="2025-12-20T16:50:11.173" v="64452" actId="207"/>
        <pc:sldMkLst>
          <pc:docMk/>
          <pc:sldMk cId="1036991003" sldId="292"/>
        </pc:sldMkLst>
        <pc:spChg chg="mod">
          <ac:chgData name="Hartman, Lucas" userId="54df504d-6b26-4972-93dd-c21e09d4490b" providerId="ADAL" clId="{DA797BB2-F189-4808-BF03-EC6D040664BC}" dt="2025-12-11T15:58:41.404" v="57352" actId="20577"/>
          <ac:spMkLst>
            <pc:docMk/>
            <pc:sldMk cId="1036991003" sldId="292"/>
            <ac:spMk id="2" creationId="{E8C30551-A9CC-9B9F-5EC1-F1A7E3C67A59}"/>
          </ac:spMkLst>
        </pc:spChg>
        <pc:spChg chg="mod">
          <ac:chgData name="Hartman, Lucas" userId="54df504d-6b26-4972-93dd-c21e09d4490b" providerId="ADAL" clId="{DA797BB2-F189-4808-BF03-EC6D040664BC}" dt="2025-12-11T16:02:13.037" v="57824" actId="207"/>
          <ac:spMkLst>
            <pc:docMk/>
            <pc:sldMk cId="1036991003" sldId="292"/>
            <ac:spMk id="3" creationId="{976BAA38-884D-3AEE-F66E-68625A290A13}"/>
          </ac:spMkLst>
        </pc:spChg>
        <pc:spChg chg="mod">
          <ac:chgData name="Hartman, Lucas" userId="54df504d-6b26-4972-93dd-c21e09d4490b" providerId="ADAL" clId="{DA797BB2-F189-4808-BF03-EC6D040664BC}" dt="2025-12-20T16:50:11.173" v="64452" actId="207"/>
          <ac:spMkLst>
            <pc:docMk/>
            <pc:sldMk cId="1036991003" sldId="292"/>
            <ac:spMk id="4" creationId="{35DD8078-2873-5009-1A9C-F0ADF6CE5BC4}"/>
          </ac:spMkLst>
        </pc:spChg>
      </pc:sldChg>
      <pc:sldChg chg="modSp new mod">
        <pc:chgData name="Hartman, Lucas" userId="54df504d-6b26-4972-93dd-c21e09d4490b" providerId="ADAL" clId="{DA797BB2-F189-4808-BF03-EC6D040664BC}" dt="2025-12-11T16:02:51.126" v="57883" actId="20577"/>
        <pc:sldMkLst>
          <pc:docMk/>
          <pc:sldMk cId="1357359541" sldId="293"/>
        </pc:sldMkLst>
        <pc:spChg chg="mod">
          <ac:chgData name="Hartman, Lucas" userId="54df504d-6b26-4972-93dd-c21e09d4490b" providerId="ADAL" clId="{DA797BB2-F189-4808-BF03-EC6D040664BC}" dt="2025-12-11T16:02:48.196" v="57874" actId="20577"/>
          <ac:spMkLst>
            <pc:docMk/>
            <pc:sldMk cId="1357359541" sldId="293"/>
            <ac:spMk id="2" creationId="{326962CE-9AED-B849-C8EE-EF7210F1EFC1}"/>
          </ac:spMkLst>
        </pc:spChg>
        <pc:spChg chg="mod">
          <ac:chgData name="Hartman, Lucas" userId="54df504d-6b26-4972-93dd-c21e09d4490b" providerId="ADAL" clId="{DA797BB2-F189-4808-BF03-EC6D040664BC}" dt="2025-12-11T16:02:51.126" v="57883" actId="20577"/>
          <ac:spMkLst>
            <pc:docMk/>
            <pc:sldMk cId="1357359541" sldId="293"/>
            <ac:spMk id="3" creationId="{78C54651-A11D-D1DE-3B57-30BEA9096EAB}"/>
          </ac:spMkLst>
        </pc:spChg>
      </pc:sldChg>
      <pc:sldChg chg="modSp new mod">
        <pc:chgData name="Hartman, Lucas" userId="54df504d-6b26-4972-93dd-c21e09d4490b" providerId="ADAL" clId="{DA797BB2-F189-4808-BF03-EC6D040664BC}" dt="2025-12-11T16:04:52.996" v="58211" actId="27636"/>
        <pc:sldMkLst>
          <pc:docMk/>
          <pc:sldMk cId="2921454873" sldId="294"/>
        </pc:sldMkLst>
        <pc:spChg chg="mod">
          <ac:chgData name="Hartman, Lucas" userId="54df504d-6b26-4972-93dd-c21e09d4490b" providerId="ADAL" clId="{DA797BB2-F189-4808-BF03-EC6D040664BC}" dt="2025-12-11T16:03:14.188" v="57898" actId="20577"/>
          <ac:spMkLst>
            <pc:docMk/>
            <pc:sldMk cId="2921454873" sldId="294"/>
            <ac:spMk id="2" creationId="{B38752E7-23AC-9DB1-DEA7-07DDB20A1DA2}"/>
          </ac:spMkLst>
        </pc:spChg>
        <pc:spChg chg="mod">
          <ac:chgData name="Hartman, Lucas" userId="54df504d-6b26-4972-93dd-c21e09d4490b" providerId="ADAL" clId="{DA797BB2-F189-4808-BF03-EC6D040664BC}" dt="2025-12-11T16:04:52.994" v="58210" actId="27636"/>
          <ac:spMkLst>
            <pc:docMk/>
            <pc:sldMk cId="2921454873" sldId="294"/>
            <ac:spMk id="3" creationId="{3668620A-1D36-6CC9-737A-376475EF383A}"/>
          </ac:spMkLst>
        </pc:spChg>
        <pc:spChg chg="mod">
          <ac:chgData name="Hartman, Lucas" userId="54df504d-6b26-4972-93dd-c21e09d4490b" providerId="ADAL" clId="{DA797BB2-F189-4808-BF03-EC6D040664BC}" dt="2025-12-11T16:04:52.996" v="58211" actId="27636"/>
          <ac:spMkLst>
            <pc:docMk/>
            <pc:sldMk cId="2921454873" sldId="294"/>
            <ac:spMk id="4" creationId="{149B162A-98F6-564E-9D55-124E5BC62ACD}"/>
          </ac:spMkLst>
        </pc:spChg>
      </pc:sldChg>
      <pc:sldChg chg="modSp new mod">
        <pc:chgData name="Hartman, Lucas" userId="54df504d-6b26-4972-93dd-c21e09d4490b" providerId="ADAL" clId="{DA797BB2-F189-4808-BF03-EC6D040664BC}" dt="2025-12-20T16:50:48.838" v="64466" actId="207"/>
        <pc:sldMkLst>
          <pc:docMk/>
          <pc:sldMk cId="2877189786" sldId="295"/>
        </pc:sldMkLst>
        <pc:spChg chg="mod">
          <ac:chgData name="Hartman, Lucas" userId="54df504d-6b26-4972-93dd-c21e09d4490b" providerId="ADAL" clId="{DA797BB2-F189-4808-BF03-EC6D040664BC}" dt="2025-12-11T16:05:12.950" v="58238" actId="20577"/>
          <ac:spMkLst>
            <pc:docMk/>
            <pc:sldMk cId="2877189786" sldId="295"/>
            <ac:spMk id="2" creationId="{21C8C6B5-C941-2679-5694-CD0045E46174}"/>
          </ac:spMkLst>
        </pc:spChg>
        <pc:spChg chg="mod">
          <ac:chgData name="Hartman, Lucas" userId="54df504d-6b26-4972-93dd-c21e09d4490b" providerId="ADAL" clId="{DA797BB2-F189-4808-BF03-EC6D040664BC}" dt="2025-12-19T17:03:33.079" v="63992" actId="207"/>
          <ac:spMkLst>
            <pc:docMk/>
            <pc:sldMk cId="2877189786" sldId="295"/>
            <ac:spMk id="3" creationId="{1F23F83D-B2EA-C4E6-B859-B5DE792984A0}"/>
          </ac:spMkLst>
        </pc:spChg>
        <pc:spChg chg="mod">
          <ac:chgData name="Hartman, Lucas" userId="54df504d-6b26-4972-93dd-c21e09d4490b" providerId="ADAL" clId="{DA797BB2-F189-4808-BF03-EC6D040664BC}" dt="2025-12-20T16:50:48.838" v="64466" actId="207"/>
          <ac:spMkLst>
            <pc:docMk/>
            <pc:sldMk cId="2877189786" sldId="295"/>
            <ac:spMk id="4" creationId="{CBA008C2-2CC8-0C81-4002-02EECB335156}"/>
          </ac:spMkLst>
        </pc:spChg>
      </pc:sldChg>
      <pc:sldChg chg="modSp new mod">
        <pc:chgData name="Hartman, Lucas" userId="54df504d-6b26-4972-93dd-c21e09d4490b" providerId="ADAL" clId="{DA797BB2-F189-4808-BF03-EC6D040664BC}" dt="2025-12-19T20:40:53.851" v="64158" actId="20577"/>
        <pc:sldMkLst>
          <pc:docMk/>
          <pc:sldMk cId="3204180836" sldId="296"/>
        </pc:sldMkLst>
        <pc:spChg chg="mod">
          <ac:chgData name="Hartman, Lucas" userId="54df504d-6b26-4972-93dd-c21e09d4490b" providerId="ADAL" clId="{DA797BB2-F189-4808-BF03-EC6D040664BC}" dt="2025-12-19T20:40:53.851" v="64158" actId="20577"/>
          <ac:spMkLst>
            <pc:docMk/>
            <pc:sldMk cId="3204180836" sldId="296"/>
            <ac:spMk id="2" creationId="{B7614B8B-D2DA-DA53-12F6-0955EECCEB75}"/>
          </ac:spMkLst>
        </pc:spChg>
        <pc:spChg chg="mod">
          <ac:chgData name="Hartman, Lucas" userId="54df504d-6b26-4972-93dd-c21e09d4490b" providerId="ADAL" clId="{DA797BB2-F189-4808-BF03-EC6D040664BC}" dt="2025-12-18T20:08:43.977" v="63312" actId="33524"/>
          <ac:spMkLst>
            <pc:docMk/>
            <pc:sldMk cId="3204180836" sldId="296"/>
            <ac:spMk id="3" creationId="{B8F92505-4E0A-1E71-370E-B3C1B23CD78B}"/>
          </ac:spMkLst>
        </pc:spChg>
      </pc:sldChg>
      <pc:sldChg chg="modSp new mod">
        <pc:chgData name="Hartman, Lucas" userId="54df504d-6b26-4972-93dd-c21e09d4490b" providerId="ADAL" clId="{DA797BB2-F189-4808-BF03-EC6D040664BC}" dt="2025-12-19T17:54:18.192" v="64109" actId="20577"/>
        <pc:sldMkLst>
          <pc:docMk/>
          <pc:sldMk cId="391831184" sldId="297"/>
        </pc:sldMkLst>
        <pc:spChg chg="mod">
          <ac:chgData name="Hartman, Lucas" userId="54df504d-6b26-4972-93dd-c21e09d4490b" providerId="ADAL" clId="{DA797BB2-F189-4808-BF03-EC6D040664BC}" dt="2025-12-11T16:30:31.525" v="59338" actId="27636"/>
          <ac:spMkLst>
            <pc:docMk/>
            <pc:sldMk cId="391831184" sldId="297"/>
            <ac:spMk id="2" creationId="{091F993E-912E-BA14-A4C2-1F0C07AD8ED3}"/>
          </ac:spMkLst>
        </pc:spChg>
        <pc:spChg chg="mod">
          <ac:chgData name="Hartman, Lucas" userId="54df504d-6b26-4972-93dd-c21e09d4490b" providerId="ADAL" clId="{DA797BB2-F189-4808-BF03-EC6D040664BC}" dt="2025-12-19T17:54:18.192" v="64109" actId="20577"/>
          <ac:spMkLst>
            <pc:docMk/>
            <pc:sldMk cId="391831184" sldId="297"/>
            <ac:spMk id="3" creationId="{3B5E247A-14C4-101E-F2E4-65174E2402B1}"/>
          </ac:spMkLst>
        </pc:spChg>
      </pc:sldChg>
      <pc:sldChg chg="modSp new mod">
        <pc:chgData name="Hartman, Lucas" userId="54df504d-6b26-4972-93dd-c21e09d4490b" providerId="ADAL" clId="{DA797BB2-F189-4808-BF03-EC6D040664BC}" dt="2025-12-11T17:10:16.058" v="60606" actId="1076"/>
        <pc:sldMkLst>
          <pc:docMk/>
          <pc:sldMk cId="3607585394" sldId="298"/>
        </pc:sldMkLst>
        <pc:spChg chg="mod">
          <ac:chgData name="Hartman, Lucas" userId="54df504d-6b26-4972-93dd-c21e09d4490b" providerId="ADAL" clId="{DA797BB2-F189-4808-BF03-EC6D040664BC}" dt="2025-12-11T17:02:43.066" v="60041" actId="20577"/>
          <ac:spMkLst>
            <pc:docMk/>
            <pc:sldMk cId="3607585394" sldId="298"/>
            <ac:spMk id="2" creationId="{AB3B457B-AE16-791E-9DC7-1658EEF4F409}"/>
          </ac:spMkLst>
        </pc:spChg>
        <pc:spChg chg="mod">
          <ac:chgData name="Hartman, Lucas" userId="54df504d-6b26-4972-93dd-c21e09d4490b" providerId="ADAL" clId="{DA797BB2-F189-4808-BF03-EC6D040664BC}" dt="2025-12-11T17:10:01.129" v="60595" actId="113"/>
          <ac:spMkLst>
            <pc:docMk/>
            <pc:sldMk cId="3607585394" sldId="298"/>
            <ac:spMk id="3" creationId="{1D90EBE0-9001-904A-EAA4-BA14C8413994}"/>
          </ac:spMkLst>
        </pc:spChg>
        <pc:spChg chg="mod">
          <ac:chgData name="Hartman, Lucas" userId="54df504d-6b26-4972-93dd-c21e09d4490b" providerId="ADAL" clId="{DA797BB2-F189-4808-BF03-EC6D040664BC}" dt="2025-12-11T17:10:16.058" v="60606" actId="1076"/>
          <ac:spMkLst>
            <pc:docMk/>
            <pc:sldMk cId="3607585394" sldId="298"/>
            <ac:spMk id="4" creationId="{ED6E607A-72B3-1B53-1250-D63056A09847}"/>
          </ac:spMkLst>
        </pc:spChg>
      </pc:sldChg>
      <pc:sldChg chg="modSp new mod">
        <pc:chgData name="Hartman, Lucas" userId="54df504d-6b26-4972-93dd-c21e09d4490b" providerId="ADAL" clId="{DA797BB2-F189-4808-BF03-EC6D040664BC}" dt="2025-12-19T20:56:48.580" v="64284" actId="20577"/>
        <pc:sldMkLst>
          <pc:docMk/>
          <pc:sldMk cId="2354589204" sldId="299"/>
        </pc:sldMkLst>
        <pc:spChg chg="mod">
          <ac:chgData name="Hartman, Lucas" userId="54df504d-6b26-4972-93dd-c21e09d4490b" providerId="ADAL" clId="{DA797BB2-F189-4808-BF03-EC6D040664BC}" dt="2025-12-11T17:12:51.528" v="60633" actId="20577"/>
          <ac:spMkLst>
            <pc:docMk/>
            <pc:sldMk cId="2354589204" sldId="299"/>
            <ac:spMk id="2" creationId="{F572D723-CB36-E904-4C77-C5C6F5DA0A7A}"/>
          </ac:spMkLst>
        </pc:spChg>
        <pc:spChg chg="mod">
          <ac:chgData name="Hartman, Lucas" userId="54df504d-6b26-4972-93dd-c21e09d4490b" providerId="ADAL" clId="{DA797BB2-F189-4808-BF03-EC6D040664BC}" dt="2025-12-19T20:56:48.580" v="64284" actId="20577"/>
          <ac:spMkLst>
            <pc:docMk/>
            <pc:sldMk cId="2354589204" sldId="299"/>
            <ac:spMk id="3" creationId="{BE92B9BA-1702-75AE-16D6-69F623656DB0}"/>
          </ac:spMkLst>
        </pc:spChg>
      </pc:sldChg>
      <pc:sldChg chg="modSp new mod">
        <pc:chgData name="Hartman, Lucas" userId="54df504d-6b26-4972-93dd-c21e09d4490b" providerId="ADAL" clId="{DA797BB2-F189-4808-BF03-EC6D040664BC}" dt="2025-12-11T17:16:37.711" v="61499" actId="20577"/>
        <pc:sldMkLst>
          <pc:docMk/>
          <pc:sldMk cId="2692436825" sldId="300"/>
        </pc:sldMkLst>
        <pc:spChg chg="mod">
          <ac:chgData name="Hartman, Lucas" userId="54df504d-6b26-4972-93dd-c21e09d4490b" providerId="ADAL" clId="{DA797BB2-F189-4808-BF03-EC6D040664BC}" dt="2025-12-11T17:14:38.986" v="61227" actId="20577"/>
          <ac:spMkLst>
            <pc:docMk/>
            <pc:sldMk cId="2692436825" sldId="300"/>
            <ac:spMk id="2" creationId="{62E84658-CC31-D48F-F0DD-09D56E44DBD9}"/>
          </ac:spMkLst>
        </pc:spChg>
        <pc:spChg chg="mod">
          <ac:chgData name="Hartman, Lucas" userId="54df504d-6b26-4972-93dd-c21e09d4490b" providerId="ADAL" clId="{DA797BB2-F189-4808-BF03-EC6D040664BC}" dt="2025-12-11T17:16:37.711" v="61499" actId="20577"/>
          <ac:spMkLst>
            <pc:docMk/>
            <pc:sldMk cId="2692436825" sldId="300"/>
            <ac:spMk id="3" creationId="{8FF96D17-C7CC-1137-9412-0D787161406F}"/>
          </ac:spMkLst>
        </pc:spChg>
        <pc:spChg chg="mod">
          <ac:chgData name="Hartman, Lucas" userId="54df504d-6b26-4972-93dd-c21e09d4490b" providerId="ADAL" clId="{DA797BB2-F189-4808-BF03-EC6D040664BC}" dt="2025-12-11T17:16:33.224" v="61498" actId="6549"/>
          <ac:spMkLst>
            <pc:docMk/>
            <pc:sldMk cId="2692436825" sldId="300"/>
            <ac:spMk id="4" creationId="{07C396A6-17E3-9120-ECCD-1796524F5BC5}"/>
          </ac:spMkLst>
        </pc:spChg>
      </pc:sldChg>
      <pc:sldChg chg="modSp new mod">
        <pc:chgData name="Hartman, Lucas" userId="54df504d-6b26-4972-93dd-c21e09d4490b" providerId="ADAL" clId="{DA797BB2-F189-4808-BF03-EC6D040664BC}" dt="2025-12-11T17:18:38.679" v="61816" actId="20577"/>
        <pc:sldMkLst>
          <pc:docMk/>
          <pc:sldMk cId="692418152" sldId="301"/>
        </pc:sldMkLst>
        <pc:spChg chg="mod">
          <ac:chgData name="Hartman, Lucas" userId="54df504d-6b26-4972-93dd-c21e09d4490b" providerId="ADAL" clId="{DA797BB2-F189-4808-BF03-EC6D040664BC}" dt="2025-12-11T17:16:48.226" v="61529" actId="20577"/>
          <ac:spMkLst>
            <pc:docMk/>
            <pc:sldMk cId="692418152" sldId="301"/>
            <ac:spMk id="2" creationId="{D79E9D52-B652-F104-C60A-481516C12C17}"/>
          </ac:spMkLst>
        </pc:spChg>
        <pc:spChg chg="mod">
          <ac:chgData name="Hartman, Lucas" userId="54df504d-6b26-4972-93dd-c21e09d4490b" providerId="ADAL" clId="{DA797BB2-F189-4808-BF03-EC6D040664BC}" dt="2025-12-11T17:18:38.679" v="61816" actId="20577"/>
          <ac:spMkLst>
            <pc:docMk/>
            <pc:sldMk cId="692418152" sldId="301"/>
            <ac:spMk id="3" creationId="{633FC474-26C5-886C-F439-A9E70ACBD8DF}"/>
          </ac:spMkLst>
        </pc:spChg>
        <pc:spChg chg="mod">
          <ac:chgData name="Hartman, Lucas" userId="54df504d-6b26-4972-93dd-c21e09d4490b" providerId="ADAL" clId="{DA797BB2-F189-4808-BF03-EC6D040664BC}" dt="2025-12-11T17:17:52.776" v="61614" actId="1076"/>
          <ac:spMkLst>
            <pc:docMk/>
            <pc:sldMk cId="692418152" sldId="301"/>
            <ac:spMk id="4" creationId="{C0CD5F1D-BBC8-D5A7-C8D0-C3635CAB0259}"/>
          </ac:spMkLst>
        </pc:spChg>
      </pc:sldChg>
      <pc:sldChg chg="modSp new mod">
        <pc:chgData name="Hartman, Lucas" userId="54df504d-6b26-4972-93dd-c21e09d4490b" providerId="ADAL" clId="{DA797BB2-F189-4808-BF03-EC6D040664BC}" dt="2025-12-20T16:51:01.075" v="64470" actId="207"/>
        <pc:sldMkLst>
          <pc:docMk/>
          <pc:sldMk cId="1953732306" sldId="302"/>
        </pc:sldMkLst>
        <pc:spChg chg="mod">
          <ac:chgData name="Hartman, Lucas" userId="54df504d-6b26-4972-93dd-c21e09d4490b" providerId="ADAL" clId="{DA797BB2-F189-4808-BF03-EC6D040664BC}" dt="2025-12-11T17:18:50.193" v="61847" actId="20577"/>
          <ac:spMkLst>
            <pc:docMk/>
            <pc:sldMk cId="1953732306" sldId="302"/>
            <ac:spMk id="2" creationId="{6A19EFDC-B8D6-9ABD-158B-B2D84A2E8B8B}"/>
          </ac:spMkLst>
        </pc:spChg>
        <pc:spChg chg="mod">
          <ac:chgData name="Hartman, Lucas" userId="54df504d-6b26-4972-93dd-c21e09d4490b" providerId="ADAL" clId="{DA797BB2-F189-4808-BF03-EC6D040664BC}" dt="2025-12-11T17:20:30.756" v="62082" actId="139"/>
          <ac:spMkLst>
            <pc:docMk/>
            <pc:sldMk cId="1953732306" sldId="302"/>
            <ac:spMk id="3" creationId="{E29EEE24-82EE-CA92-6C0B-AE36562068A9}"/>
          </ac:spMkLst>
        </pc:spChg>
        <pc:spChg chg="mod">
          <ac:chgData name="Hartman, Lucas" userId="54df504d-6b26-4972-93dd-c21e09d4490b" providerId="ADAL" clId="{DA797BB2-F189-4808-BF03-EC6D040664BC}" dt="2025-12-20T16:51:01.075" v="64470" actId="207"/>
          <ac:spMkLst>
            <pc:docMk/>
            <pc:sldMk cId="1953732306" sldId="302"/>
            <ac:spMk id="4" creationId="{8CE2F9BA-D43E-4FAF-65CA-D7BA7502F83F}"/>
          </ac:spMkLst>
        </pc:spChg>
      </pc:sldChg>
      <pc:sldChg chg="modSp new mod">
        <pc:chgData name="Hartman, Lucas" userId="54df504d-6b26-4972-93dd-c21e09d4490b" providerId="ADAL" clId="{DA797BB2-F189-4808-BF03-EC6D040664BC}" dt="2025-12-11T17:21:48.296" v="62207" actId="1076"/>
        <pc:sldMkLst>
          <pc:docMk/>
          <pc:sldMk cId="2346437239" sldId="303"/>
        </pc:sldMkLst>
        <pc:spChg chg="mod">
          <ac:chgData name="Hartman, Lucas" userId="54df504d-6b26-4972-93dd-c21e09d4490b" providerId="ADAL" clId="{DA797BB2-F189-4808-BF03-EC6D040664BC}" dt="2025-12-11T17:21:00.039" v="62113" actId="20577"/>
          <ac:spMkLst>
            <pc:docMk/>
            <pc:sldMk cId="2346437239" sldId="303"/>
            <ac:spMk id="2" creationId="{EC12E8C1-C8CC-DBB8-361A-FDCEB63BCC65}"/>
          </ac:spMkLst>
        </pc:spChg>
        <pc:spChg chg="mod">
          <ac:chgData name="Hartman, Lucas" userId="54df504d-6b26-4972-93dd-c21e09d4490b" providerId="ADAL" clId="{DA797BB2-F189-4808-BF03-EC6D040664BC}" dt="2025-12-11T17:21:38.815" v="62205" actId="1076"/>
          <ac:spMkLst>
            <pc:docMk/>
            <pc:sldMk cId="2346437239" sldId="303"/>
            <ac:spMk id="3" creationId="{55718029-4615-C7BA-C414-6455157C875C}"/>
          </ac:spMkLst>
        </pc:spChg>
        <pc:spChg chg="mod">
          <ac:chgData name="Hartman, Lucas" userId="54df504d-6b26-4972-93dd-c21e09d4490b" providerId="ADAL" clId="{DA797BB2-F189-4808-BF03-EC6D040664BC}" dt="2025-12-11T17:21:48.296" v="62207" actId="1076"/>
          <ac:spMkLst>
            <pc:docMk/>
            <pc:sldMk cId="2346437239" sldId="303"/>
            <ac:spMk id="4" creationId="{A6F48D11-DFB5-2AFA-6ACF-459E4C7298AB}"/>
          </ac:spMkLst>
        </pc:spChg>
      </pc:sldChg>
      <pc:sldChg chg="modSp new mod">
        <pc:chgData name="Hartman, Lucas" userId="54df504d-6b26-4972-93dd-c21e09d4490b" providerId="ADAL" clId="{DA797BB2-F189-4808-BF03-EC6D040664BC}" dt="2025-12-11T17:23:07.320" v="62394" actId="1076"/>
        <pc:sldMkLst>
          <pc:docMk/>
          <pc:sldMk cId="2092509147" sldId="304"/>
        </pc:sldMkLst>
        <pc:spChg chg="mod">
          <ac:chgData name="Hartman, Lucas" userId="54df504d-6b26-4972-93dd-c21e09d4490b" providerId="ADAL" clId="{DA797BB2-F189-4808-BF03-EC6D040664BC}" dt="2025-12-11T17:22:08.769" v="62226" actId="20577"/>
          <ac:spMkLst>
            <pc:docMk/>
            <pc:sldMk cId="2092509147" sldId="304"/>
            <ac:spMk id="2" creationId="{A1E8A677-9858-BB1D-AD3F-9E9C2606D10F}"/>
          </ac:spMkLst>
        </pc:spChg>
        <pc:spChg chg="mod">
          <ac:chgData name="Hartman, Lucas" userId="54df504d-6b26-4972-93dd-c21e09d4490b" providerId="ADAL" clId="{DA797BB2-F189-4808-BF03-EC6D040664BC}" dt="2025-12-11T17:23:07.320" v="62394" actId="1076"/>
          <ac:spMkLst>
            <pc:docMk/>
            <pc:sldMk cId="2092509147" sldId="304"/>
            <ac:spMk id="3" creationId="{FD49A0A5-BA1C-F5D6-CCF6-0622FB2A3DC8}"/>
          </ac:spMkLst>
        </pc:spChg>
        <pc:spChg chg="mod">
          <ac:chgData name="Hartman, Lucas" userId="54df504d-6b26-4972-93dd-c21e09d4490b" providerId="ADAL" clId="{DA797BB2-F189-4808-BF03-EC6D040664BC}" dt="2025-12-11T17:23:04.754" v="62393" actId="1076"/>
          <ac:spMkLst>
            <pc:docMk/>
            <pc:sldMk cId="2092509147" sldId="304"/>
            <ac:spMk id="4" creationId="{2380E893-7896-BCA7-FAF1-A7438D5F1D23}"/>
          </ac:spMkLst>
        </pc:spChg>
      </pc:sldChg>
      <pc:sldChg chg="modSp new mod">
        <pc:chgData name="Hartman, Lucas" userId="54df504d-6b26-4972-93dd-c21e09d4490b" providerId="ADAL" clId="{DA797BB2-F189-4808-BF03-EC6D040664BC}" dt="2025-12-11T17:25:11" v="63028" actId="20577"/>
        <pc:sldMkLst>
          <pc:docMk/>
          <pc:sldMk cId="2195956679" sldId="305"/>
        </pc:sldMkLst>
        <pc:spChg chg="mod">
          <ac:chgData name="Hartman, Lucas" userId="54df504d-6b26-4972-93dd-c21e09d4490b" providerId="ADAL" clId="{DA797BB2-F189-4808-BF03-EC6D040664BC}" dt="2025-12-11T17:23:17.464" v="62421" actId="20577"/>
          <ac:spMkLst>
            <pc:docMk/>
            <pc:sldMk cId="2195956679" sldId="305"/>
            <ac:spMk id="2" creationId="{6C9FCBE1-6234-48E1-E9E7-3476DD65556F}"/>
          </ac:spMkLst>
        </pc:spChg>
        <pc:spChg chg="mod">
          <ac:chgData name="Hartman, Lucas" userId="54df504d-6b26-4972-93dd-c21e09d4490b" providerId="ADAL" clId="{DA797BB2-F189-4808-BF03-EC6D040664BC}" dt="2025-12-11T17:25:11" v="63028" actId="20577"/>
          <ac:spMkLst>
            <pc:docMk/>
            <pc:sldMk cId="2195956679" sldId="305"/>
            <ac:spMk id="3" creationId="{1B820964-5FB3-6CA9-E7BD-B380D08C9F0F}"/>
          </ac:spMkLst>
        </pc:spChg>
      </pc:sldChg>
      <pc:sldChg chg="modSp new mod ord">
        <pc:chgData name="Hartman, Lucas" userId="54df504d-6b26-4972-93dd-c21e09d4490b" providerId="ADAL" clId="{DA797BB2-F189-4808-BF03-EC6D040664BC}" dt="2025-12-20T16:46:51.778" v="64364" actId="207"/>
        <pc:sldMkLst>
          <pc:docMk/>
          <pc:sldMk cId="1732251450" sldId="306"/>
        </pc:sldMkLst>
        <pc:spChg chg="mod">
          <ac:chgData name="Hartman, Lucas" userId="54df504d-6b26-4972-93dd-c21e09d4490b" providerId="ADAL" clId="{DA797BB2-F189-4808-BF03-EC6D040664BC}" dt="2025-12-18T20:17:50.473" v="63359" actId="20577"/>
          <ac:spMkLst>
            <pc:docMk/>
            <pc:sldMk cId="1732251450" sldId="306"/>
            <ac:spMk id="2" creationId="{9BA4FF1D-6652-93F0-79B1-3B511BFD4A69}"/>
          </ac:spMkLst>
        </pc:spChg>
        <pc:spChg chg="mod">
          <ac:chgData name="Hartman, Lucas" userId="54df504d-6b26-4972-93dd-c21e09d4490b" providerId="ADAL" clId="{DA797BB2-F189-4808-BF03-EC6D040664BC}" dt="2025-12-18T20:18:45.402" v="63585" actId="1076"/>
          <ac:spMkLst>
            <pc:docMk/>
            <pc:sldMk cId="1732251450" sldId="306"/>
            <ac:spMk id="3" creationId="{369BD1E7-806A-2B2B-16F6-BDB3193F096F}"/>
          </ac:spMkLst>
        </pc:spChg>
        <pc:spChg chg="mod">
          <ac:chgData name="Hartman, Lucas" userId="54df504d-6b26-4972-93dd-c21e09d4490b" providerId="ADAL" clId="{DA797BB2-F189-4808-BF03-EC6D040664BC}" dt="2025-12-20T16:46:51.778" v="64364" actId="207"/>
          <ac:spMkLst>
            <pc:docMk/>
            <pc:sldMk cId="1732251450" sldId="306"/>
            <ac:spMk id="4" creationId="{74200296-5A34-3520-9D42-E82678A9ED71}"/>
          </ac:spMkLst>
        </pc:spChg>
      </pc:sldChg>
      <pc:sldChg chg="addSp delSp modSp new mod">
        <pc:chgData name="Hartman, Lucas" userId="54df504d-6b26-4972-93dd-c21e09d4490b" providerId="ADAL" clId="{DA797BB2-F189-4808-BF03-EC6D040664BC}" dt="2025-12-20T16:51:15.177" v="64474" actId="962"/>
        <pc:sldMkLst>
          <pc:docMk/>
          <pc:sldMk cId="4166972358" sldId="307"/>
        </pc:sldMkLst>
        <pc:spChg chg="mod">
          <ac:chgData name="Hartman, Lucas" userId="54df504d-6b26-4972-93dd-c21e09d4490b" providerId="ADAL" clId="{DA797BB2-F189-4808-BF03-EC6D040664BC}" dt="2025-12-18T20:28:19.736" v="63958" actId="20577"/>
          <ac:spMkLst>
            <pc:docMk/>
            <pc:sldMk cId="4166972358" sldId="307"/>
            <ac:spMk id="2" creationId="{D3A0E4F1-26F8-C2AE-9240-35AA97355C75}"/>
          </ac:spMkLst>
        </pc:spChg>
        <pc:picChg chg="add mod">
          <ac:chgData name="Hartman, Lucas" userId="54df504d-6b26-4972-93dd-c21e09d4490b" providerId="ADAL" clId="{DA797BB2-F189-4808-BF03-EC6D040664BC}" dt="2025-12-20T16:51:13.649" v="64473" actId="962"/>
          <ac:picMkLst>
            <pc:docMk/>
            <pc:sldMk cId="4166972358" sldId="307"/>
            <ac:picMk id="1026" creationId="{DA21D967-5F9B-93B8-05C0-84453633A561}"/>
          </ac:picMkLst>
        </pc:picChg>
        <pc:picChg chg="add mod">
          <ac:chgData name="Hartman, Lucas" userId="54df504d-6b26-4972-93dd-c21e09d4490b" providerId="ADAL" clId="{DA797BB2-F189-4808-BF03-EC6D040664BC}" dt="2025-12-20T16:51:08.514" v="64471" actId="962"/>
          <ac:picMkLst>
            <pc:docMk/>
            <pc:sldMk cId="4166972358" sldId="307"/>
            <ac:picMk id="1028" creationId="{169D8CFF-88B8-92E8-4F33-53B2988EC810}"/>
          </ac:picMkLst>
        </pc:picChg>
        <pc:picChg chg="add mod">
          <ac:chgData name="Hartman, Lucas" userId="54df504d-6b26-4972-93dd-c21e09d4490b" providerId="ADAL" clId="{DA797BB2-F189-4808-BF03-EC6D040664BC}" dt="2025-12-20T16:51:12.090" v="64472" actId="962"/>
          <ac:picMkLst>
            <pc:docMk/>
            <pc:sldMk cId="4166972358" sldId="307"/>
            <ac:picMk id="1030" creationId="{3B735888-A217-91A0-B76B-43C66D74BC82}"/>
          </ac:picMkLst>
        </pc:picChg>
        <pc:picChg chg="add mod">
          <ac:chgData name="Hartman, Lucas" userId="54df504d-6b26-4972-93dd-c21e09d4490b" providerId="ADAL" clId="{DA797BB2-F189-4808-BF03-EC6D040664BC}" dt="2025-12-20T16:51:15.177" v="64474" actId="962"/>
          <ac:picMkLst>
            <pc:docMk/>
            <pc:sldMk cId="4166972358" sldId="307"/>
            <ac:picMk id="1032" creationId="{AC24705A-4133-D4BC-8629-4D3459AE0EC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21560-1929-4DD1-94DC-AC1181AC876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442A3-8FE8-41A5-941B-C64E68CC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61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442A3-8FE8-41A5-941B-C64E68CC5D5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48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E86BEE7-CAF5-419F-B16A-DEA80DCA68C3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2690CF-4A08-4FE7-BE90-E14D6CFC9B7C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5FFE8-97A3-4F5F-B323-571FCA8DA25A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266700" y="1381734"/>
            <a:ext cx="11658600" cy="223361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D608D-1BF4-455A-946A-5F936FD81A7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66700" y="3777270"/>
            <a:ext cx="11658600" cy="1023939"/>
          </a:xfrm>
        </p:spPr>
        <p:txBody>
          <a:bodyPr/>
          <a:lstStyle>
            <a:lvl1pPr marL="0" indent="0" algn="ctr">
              <a:buNone/>
              <a:defRPr sz="2400">
                <a:latin typeface="Intro Light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A14235-CF7B-4B1F-8B88-31805FAFF4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4" y="262414"/>
            <a:ext cx="2810260" cy="76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429FFC-D3C2-4932-826C-C50E9D52BB4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E888AC-6FC4-41E4-B0C7-BC3FC6F2F3E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CC8DB-1863-4F46-8C14-80067631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65125"/>
            <a:ext cx="10172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8685E-9D55-4AED-80F4-F1B1F64B8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1825625"/>
            <a:ext cx="101727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EB0088-9B57-499E-8905-F9408D880C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376F0B0-52A9-415E-BDDD-6C6AC9110DF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30C7C9-8675-4FB5-9B44-91DC8149DD51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FDE69-FA51-465E-8031-A8B9CE7F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219200"/>
            <a:ext cx="11102975" cy="23622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6B05F-FD14-4BF4-8D8D-9CE477E8D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08388"/>
            <a:ext cx="1110297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Intro Light" panose="020000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B3D0E6-F047-498B-A642-C408BE5C51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9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BFF7F9-243E-4243-8C78-D3B003593337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406C3C-002F-458B-89F0-883784178012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5A4B6-0C7A-4D6B-867E-D0A9EB0F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528" y="365125"/>
            <a:ext cx="10177272" cy="9493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0496E-328F-46FD-AFCD-3EAB7EFC5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3417A-0498-4636-9802-A1E62C15E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181598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303174-B021-4DE8-B6BC-00313E78F7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2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4581DE-391D-4AF5-8AC0-79A5C7D9CDA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9D1C13-B2C9-4139-AFC5-3E9E8077C825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7137C-739B-4FCC-A7FB-460B8A7D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940" y="365125"/>
            <a:ext cx="10177272" cy="9509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3D8A7-0808-42AF-84B4-C5BF01028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4940" y="1681163"/>
            <a:ext cx="482263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FC779-9E08-4924-91C0-C9E06E97D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4940" y="2505075"/>
            <a:ext cx="4822635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7B143-C822-41B4-9130-CB8E044B9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8" y="1681163"/>
            <a:ext cx="51609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4A1E92-8D76-489D-BB0C-199AA38FF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8" y="2505075"/>
            <a:ext cx="516096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3B9C88-5804-4FDC-B7F5-BDBD0348E6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2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6F83720-A64F-4A58-A5BC-1B9715C131E0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8C010B-9BA1-41E1-BFD8-FDF4E5D30D68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8C78A-4AF7-47A5-88E0-BCE915BA8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364" y="288512"/>
            <a:ext cx="10177272" cy="3216275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D0358-8763-4DDB-B361-5FDF53D39A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E68C791-EEDD-4B06-AF1A-8A3BECF65C82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787EE4-BCA2-465C-9B98-91AA0F437DB3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C33FBD-37BF-4BD1-87AF-4087E23201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2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4199BC5-9D4E-43BF-A02C-A547194F8182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783CA-063C-4CAD-AFC5-05C976443BF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3DC10-A2BD-4783-80A5-23F85CC2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7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1E3B2-2EB5-461B-BEDE-B1DB4484A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9B8FA-2A2C-4A53-9A1E-98AAFCCC6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987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711EA9-1F10-43CB-AF2C-4754BAEB5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8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6436B1-97C6-4B73-A082-7D78DB820115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78AC63-6274-4558-8904-89260A26554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0E9BF-DCE6-44E7-BDFA-FD7C8967C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BD252-4412-4655-AC19-19A147A14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024B7-B72A-43BE-9C0D-2D8E5C27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416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F8FEA5-8A8C-43A3-9233-939FB64E17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2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391B9AB-0584-476D-95F0-F190C5DB8D08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B13896-D1FA-4DA8-8DCA-19E54095DED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D7129-1025-4E90-87FB-C88427CD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74" y="365125"/>
            <a:ext cx="1017727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373D8-6EB4-40AA-97B0-3A4D8126A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02D428-9159-4CB4-9240-9ACF55185B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6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AA756C3-6D05-490B-8E62-1B73F377D00A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49F47A-7580-4E34-8D48-F9E0A7D31B50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7C942-A484-454D-A5E8-9ECBA50B0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F6C6E-4F31-4C15-8984-CBB6FE027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85850" y="365125"/>
            <a:ext cx="748665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F6DD1F-DF46-43B1-9575-0AEF8D9B19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7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411E7-88B2-420C-9612-DA4AB09C3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FCD0-F869-4BB1-B84C-B94353373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950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007CBD"/>
          </a:solidFill>
          <a:latin typeface="Intro Bold" panose="020000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2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B60D-668E-44FF-BA61-B56EE8830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and Comprehensions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82FC2-B1F9-4263-A786-D0159CDB7D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Adv. Python Programming – Module 6</a:t>
            </a:r>
          </a:p>
        </p:txBody>
      </p:sp>
    </p:spTree>
    <p:extLst>
      <p:ext uri="{BB962C8B-B14F-4D97-AF65-F5344CB8AC3E}">
        <p14:creationId xmlns:p14="http://schemas.microsoft.com/office/powerpoint/2010/main" val="2520530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E9E9-3195-BEFF-D428-A3A39910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and Tuples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14D34-4D2E-1377-706C-B2A088854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51903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7D90E-3632-5455-2FD6-F92FF6B4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lists?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FBE88-0458-265D-309C-2D596958D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496012"/>
          </a:xfrm>
        </p:spPr>
        <p:txBody>
          <a:bodyPr>
            <a:noAutofit/>
          </a:bodyPr>
          <a:lstStyle/>
          <a:p>
            <a:r>
              <a:rPr lang="en-US" sz="1800" dirty="0"/>
              <a:t>Most versatile and heavily used data structure in Python</a:t>
            </a:r>
          </a:p>
          <a:p>
            <a:r>
              <a:rPr lang="en-US" sz="1800" dirty="0"/>
              <a:t>A list is ordered, mutable and can hold mixed data types</a:t>
            </a:r>
          </a:p>
          <a:p>
            <a:r>
              <a:rPr lang="en-US" sz="1800" dirty="0"/>
              <a:t>Create a list by using square brackets – [ ]</a:t>
            </a:r>
          </a:p>
          <a:p>
            <a:pPr lvl="1"/>
            <a:r>
              <a:rPr lang="en-US" sz="1600" dirty="0"/>
              <a:t>Data is separated by commas when hard coding those</a:t>
            </a:r>
          </a:p>
          <a:p>
            <a:r>
              <a:rPr lang="en-US" sz="1800" dirty="0"/>
              <a:t>Elements in a list are at numbered indexes</a:t>
            </a:r>
          </a:p>
          <a:p>
            <a:pPr lvl="1"/>
            <a:r>
              <a:rPr lang="en-US" sz="1800" dirty="0"/>
              <a:t>must be integer (whole number)</a:t>
            </a:r>
          </a:p>
          <a:p>
            <a:r>
              <a:rPr lang="en-US" sz="1800" dirty="0"/>
              <a:t>Use negative indexes to start from the end</a:t>
            </a:r>
          </a:p>
          <a:p>
            <a:r>
              <a:rPr lang="en-US" sz="1800" dirty="0"/>
              <a:t>To change an element you access the index and set a new value</a:t>
            </a:r>
          </a:p>
          <a:p>
            <a:r>
              <a:rPr lang="en-US" sz="1800" dirty="0"/>
              <a:t>Can also replace multiple items at once using slicing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D6FB6B-C56C-9EBB-A404-872F9C2FD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884332" cy="404071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fruits = [</a:t>
            </a:r>
            <a:r>
              <a:rPr lang="en-US" sz="16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"apple"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"banana"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16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"cherry"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(fruits[0])  </a:t>
            </a:r>
            <a:r>
              <a:rPr lang="en-US" sz="16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apple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(fruits[1])  </a:t>
            </a:r>
            <a:r>
              <a:rPr lang="en-US" sz="16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banana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(fruits[2])  </a:t>
            </a:r>
            <a:r>
              <a:rPr lang="en-US" sz="16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cherry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(fruits[-1])  </a:t>
            </a:r>
            <a:r>
              <a:rPr lang="en-US" sz="16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cherry 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(last item)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(fruits[-2])  </a:t>
            </a:r>
            <a:r>
              <a:rPr lang="en-US" sz="16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banana 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(second-to-last)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fruits[1] = </a:t>
            </a:r>
            <a:r>
              <a:rPr lang="en-US" sz="16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"blueberry"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(fruits)  </a:t>
            </a:r>
            <a:b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</a:t>
            </a:r>
            <a:r>
              <a:rPr lang="en-US" sz="16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['apple', 'blueberry', 'cherry’]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numbers = [1, 2, 3, 4, 5]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numbers[1:4] = [20, 30]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(numbers)  </a:t>
            </a:r>
            <a:r>
              <a:rPr lang="en-US" sz="16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[1, 20, 30, 5]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8954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E7FCD-DB31-0ED6-A9EB-CF1EB63F0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Slices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66296-D662-6102-14BB-1090369087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you want to extract a portion of a list you can use list slicing</a:t>
            </a:r>
          </a:p>
          <a:p>
            <a:pPr lvl="1"/>
            <a:r>
              <a:rPr lang="en-US" dirty="0"/>
              <a:t>use square brackets and put start and end index – [start : end]</a:t>
            </a:r>
          </a:p>
          <a:p>
            <a:pPr lvl="1"/>
            <a:r>
              <a:rPr lang="en-US" dirty="0"/>
              <a:t>If you leave start blank it will start at the beginning – 0</a:t>
            </a:r>
          </a:p>
          <a:p>
            <a:pPr lvl="1"/>
            <a:r>
              <a:rPr lang="en-US" dirty="0"/>
              <a:t>If you leave end blank it will go to the last element in the list</a:t>
            </a:r>
          </a:p>
          <a:p>
            <a:r>
              <a:rPr lang="en-US" dirty="0"/>
              <a:t>You can also setup how must to “step” by or which elements to go through</a:t>
            </a:r>
          </a:p>
          <a:p>
            <a:pPr lvl="1"/>
            <a:r>
              <a:rPr lang="en-US" dirty="0"/>
              <a:t>[</a:t>
            </a:r>
            <a:r>
              <a:rPr lang="en-US" dirty="0" err="1"/>
              <a:t>start:stop:step</a:t>
            </a:r>
            <a:r>
              <a:rPr lang="en-US" dirty="0"/>
              <a:t>] – similar to range() in for loops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4FFD6-3AD9-152E-E82E-786730C8B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722861"/>
            <a:ext cx="5864011" cy="3412278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letters = [</a:t>
            </a:r>
            <a:r>
              <a:rPr lang="en-US" sz="18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"a"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"b"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18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"c"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18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"d"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18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"e"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  <a:b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1800" b="1" dirty="0">
              <a:effectLst/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(letters[1:4])   </a:t>
            </a:r>
            <a:r>
              <a:rPr lang="en-US" sz="18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['b', 'c', 'd']</a:t>
            </a:r>
            <a:b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(letters[:3])    </a:t>
            </a:r>
            <a:r>
              <a:rPr lang="en-US" sz="18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['a', 'b', 'c’]</a:t>
            </a:r>
            <a:r>
              <a:rPr lang="en-US" sz="18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  </a:t>
            </a:r>
            <a:r>
              <a:rPr lang="en-US" sz="1800" b="1" dirty="0">
                <a:solidFill>
                  <a:srgbClr val="C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#(</a:t>
            </a:r>
            <a:r>
              <a:rPr lang="en-US" sz="18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start assumed 0)</a:t>
            </a:r>
            <a:br>
              <a:rPr lang="en-US" sz="18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(letters[2:])    </a:t>
            </a:r>
            <a:r>
              <a:rPr lang="en-US" sz="18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['c', 'd', 'e’]</a:t>
            </a:r>
            <a:r>
              <a:rPr lang="en-US" sz="18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 </a:t>
            </a:r>
            <a:r>
              <a:rPr lang="en-US" sz="1800" b="1" dirty="0">
                <a:solidFill>
                  <a:srgbClr val="C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#</a:t>
            </a:r>
            <a:r>
              <a:rPr lang="en-US" sz="18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(go to end)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(letters[::-1]) 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</a:t>
            </a:r>
            <a:r>
              <a:rPr lang="en-US" sz="18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['e', 'd', 'c', 'b', 'a']</a:t>
            </a:r>
            <a:endParaRPr lang="en-US" sz="1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946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A5161-E61A-494F-59BD-B327BCB6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and Membership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4CC5F-647E-1EC0-5A1D-20C5B02421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We already pretty much know this, but do we understand it?</a:t>
            </a:r>
          </a:p>
          <a:p>
            <a:r>
              <a:rPr lang="en-US" dirty="0"/>
              <a:t>Two ways to loop through a list</a:t>
            </a:r>
          </a:p>
          <a:p>
            <a:pPr lvl="1"/>
            <a:r>
              <a:rPr lang="en-US" dirty="0"/>
              <a:t>for each style loop</a:t>
            </a:r>
          </a:p>
          <a:p>
            <a:pPr lvl="2"/>
            <a:r>
              <a:rPr lang="en-US" dirty="0"/>
              <a:t>Loop directly over values in the list</a:t>
            </a:r>
          </a:p>
          <a:p>
            <a:pPr lvl="2"/>
            <a:r>
              <a:rPr lang="en-US" dirty="0"/>
              <a:t>Great for accessing values and printing</a:t>
            </a:r>
          </a:p>
          <a:p>
            <a:pPr lvl="2"/>
            <a:r>
              <a:rPr lang="en-US" dirty="0"/>
              <a:t>Can’t necessarily change values (unless we have elements as an object)</a:t>
            </a:r>
          </a:p>
          <a:p>
            <a:pPr lvl="1"/>
            <a:r>
              <a:rPr lang="en-US" dirty="0"/>
              <a:t>index based loop</a:t>
            </a:r>
          </a:p>
          <a:p>
            <a:pPr lvl="2"/>
            <a:r>
              <a:rPr lang="en-US" dirty="0"/>
              <a:t>create a counter variable using the range() function and </a:t>
            </a:r>
            <a:r>
              <a:rPr lang="en-US" dirty="0" err="1"/>
              <a:t>len</a:t>
            </a:r>
            <a:r>
              <a:rPr lang="en-US" dirty="0"/>
              <a:t>() of the list</a:t>
            </a:r>
          </a:p>
          <a:p>
            <a:pPr lvl="2"/>
            <a:r>
              <a:rPr lang="en-US" dirty="0"/>
              <a:t>Then use the counter variable in square brackets</a:t>
            </a:r>
          </a:p>
          <a:p>
            <a:pPr lvl="2"/>
            <a:r>
              <a:rPr lang="en-US" dirty="0"/>
              <a:t>Can access values, used to print BUT the major thing here is modifying the value at a index location</a:t>
            </a:r>
          </a:p>
          <a:p>
            <a:r>
              <a:rPr lang="en-US" dirty="0"/>
              <a:t>In the same wheelhouse is checking membership – or is an element </a:t>
            </a:r>
            <a:r>
              <a:rPr lang="en-US" b="1" dirty="0"/>
              <a:t>in</a:t>
            </a:r>
            <a:r>
              <a:rPr lang="en-US" dirty="0"/>
              <a:t> a list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95730-209E-6544-386D-A6A9E7DC4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287269"/>
            <a:ext cx="6019799" cy="26739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 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fruit </a:t>
            </a:r>
            <a:r>
              <a:rPr lang="en-US" sz="24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 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fruits: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500" b="1" dirty="0">
                <a:solidFill>
                  <a:srgbClr val="3F0065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(fruit)</a:t>
            </a:r>
          </a:p>
          <a:p>
            <a:pPr marL="0" indent="0">
              <a:buNone/>
            </a:pP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 </a:t>
            </a:r>
            <a:r>
              <a:rPr lang="en-US" sz="2500" b="1" dirty="0">
                <a:solidFill>
                  <a:srgbClr val="3F0065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range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500" b="1" dirty="0" err="1">
                <a:solidFill>
                  <a:srgbClr val="3F0065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len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(fruits)):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500" b="1" dirty="0">
                <a:solidFill>
                  <a:srgbClr val="3F0065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f"Index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{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 has {fruits[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]}"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"apple"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 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fruits: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500" b="1" dirty="0">
                <a:solidFill>
                  <a:srgbClr val="3F0065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"We have apples in stock."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293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CC124-1D8A-68AE-D06C-82696AB2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C1E7B-CFA2-655D-5180-E2AF09008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/>
              <a:t>append(x)</a:t>
            </a:r>
            <a:r>
              <a:rPr lang="en-US" dirty="0"/>
              <a:t> – add an item to the end</a:t>
            </a:r>
          </a:p>
          <a:p>
            <a:pPr lvl="0"/>
            <a:r>
              <a:rPr lang="en-US" b="1" dirty="0"/>
              <a:t>insert(</a:t>
            </a:r>
            <a:r>
              <a:rPr lang="en-US" b="1" dirty="0" err="1"/>
              <a:t>i</a:t>
            </a:r>
            <a:r>
              <a:rPr lang="en-US" b="1" dirty="0"/>
              <a:t>, x)</a:t>
            </a:r>
            <a:r>
              <a:rPr lang="en-US" dirty="0"/>
              <a:t> – insert an item at a specific index</a:t>
            </a:r>
          </a:p>
          <a:p>
            <a:pPr lvl="0"/>
            <a:r>
              <a:rPr lang="en-US" b="1" dirty="0"/>
              <a:t>extend(iterable)</a:t>
            </a:r>
            <a:r>
              <a:rPr lang="en-US" dirty="0"/>
              <a:t> – add all items from another sequence</a:t>
            </a:r>
          </a:p>
          <a:p>
            <a:pPr lvl="0"/>
            <a:r>
              <a:rPr lang="en-US" b="1" dirty="0"/>
              <a:t>remove(x)</a:t>
            </a:r>
            <a:r>
              <a:rPr lang="en-US" dirty="0"/>
              <a:t> – remove the first occurrence of a value</a:t>
            </a:r>
          </a:p>
          <a:p>
            <a:pPr lvl="0"/>
            <a:r>
              <a:rPr lang="en-US" b="1" dirty="0"/>
              <a:t>pop(</a:t>
            </a:r>
            <a:r>
              <a:rPr lang="en-US" b="1" dirty="0" err="1"/>
              <a:t>i</a:t>
            </a:r>
            <a:r>
              <a:rPr lang="en-US" b="1" dirty="0"/>
              <a:t>)</a:t>
            </a:r>
            <a:r>
              <a:rPr lang="en-US" dirty="0"/>
              <a:t> – remove and return the item at index </a:t>
            </a:r>
            <a:r>
              <a:rPr lang="en-US" dirty="0" err="1"/>
              <a:t>i</a:t>
            </a:r>
            <a:r>
              <a:rPr lang="en-US" dirty="0"/>
              <a:t> (defaults to last)</a:t>
            </a:r>
          </a:p>
          <a:p>
            <a:pPr lvl="0"/>
            <a:r>
              <a:rPr lang="en-US" b="1" dirty="0"/>
              <a:t>clear()</a:t>
            </a:r>
            <a:r>
              <a:rPr lang="en-US" dirty="0"/>
              <a:t> – remove all items from the list</a:t>
            </a:r>
          </a:p>
          <a:p>
            <a:pPr lvl="0"/>
            <a:r>
              <a:rPr lang="en-US" b="1" dirty="0"/>
              <a:t>sort()</a:t>
            </a:r>
            <a:r>
              <a:rPr lang="en-US" dirty="0"/>
              <a:t> – sort the list in place</a:t>
            </a:r>
          </a:p>
          <a:p>
            <a:pPr lvl="0"/>
            <a:r>
              <a:rPr lang="en-US" b="1" dirty="0"/>
              <a:t>reverse()</a:t>
            </a:r>
            <a:r>
              <a:rPr lang="en-US" dirty="0"/>
              <a:t> – reverse the list in place</a:t>
            </a:r>
          </a:p>
          <a:p>
            <a:pPr lvl="0"/>
            <a:r>
              <a:rPr lang="en-US" b="1" dirty="0"/>
              <a:t>count(x)</a:t>
            </a:r>
            <a:r>
              <a:rPr lang="en-US" dirty="0"/>
              <a:t> – count how many times x appears</a:t>
            </a:r>
          </a:p>
          <a:p>
            <a:pPr lvl="0"/>
            <a:r>
              <a:rPr lang="en-US" b="1" dirty="0"/>
              <a:t>index(x)</a:t>
            </a:r>
            <a:r>
              <a:rPr lang="en-US" dirty="0"/>
              <a:t> – find the index of x (raises an error if missing)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564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75AB8-4273-BD6B-1144-3A71B1066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Concatenating and Repeating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26A14-7BA2-3CF2-216B-CFFC63AC54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You can combine two lists to make a new one</a:t>
            </a:r>
          </a:p>
          <a:p>
            <a:endParaRPr lang="en-US" dirty="0"/>
          </a:p>
          <a:p>
            <a:r>
              <a:rPr lang="en-US" dirty="0"/>
              <a:t>You can use the * operation to repeat elements in a list upon creation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2CF07-8ACF-D924-E812-A03D8DB27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857238" cy="41433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 = [1, 2, 3]</a:t>
            </a:r>
            <a:b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 = [4, 5]</a:t>
            </a:r>
            <a:b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combined = a + b</a:t>
            </a:r>
            <a:b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3F0065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(combined)  </a:t>
            </a:r>
            <a:r>
              <a:rPr lang="en-US" sz="20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[1, 2, 3, 4, 5]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greeting = [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"Hello"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  <a:b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triple = greeting * 3</a:t>
            </a:r>
            <a:b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3F0065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(triple)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0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['Hello', 'Hello', 'Hello']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414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65A7-EE49-01A3-280A-8973EC7C9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2-Dimensional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0D7D1-78D6-FC0E-FB76-B55C1DE00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6902" y="1627082"/>
            <a:ext cx="4843272" cy="4143375"/>
          </a:xfrm>
        </p:spPr>
        <p:txBody>
          <a:bodyPr>
            <a:normAutofit/>
          </a:bodyPr>
          <a:lstStyle/>
          <a:p>
            <a:r>
              <a:rPr lang="en-US" dirty="0"/>
              <a:t>Simply a list whose elements are themselves a list – list inside a list</a:t>
            </a:r>
          </a:p>
          <a:p>
            <a:r>
              <a:rPr lang="en-US" dirty="0"/>
              <a:t>You can technically have as many dimensions as you want but typically you see 2</a:t>
            </a:r>
          </a:p>
          <a:p>
            <a:r>
              <a:rPr lang="en-US" dirty="0"/>
              <a:t>Natural fit for table like data</a:t>
            </a:r>
          </a:p>
          <a:p>
            <a:r>
              <a:rPr lang="en-US" dirty="0"/>
              <a:t>Depending on what you are doing an object may be a better fit</a:t>
            </a:r>
          </a:p>
          <a:p>
            <a:r>
              <a:rPr lang="en-US" dirty="0"/>
              <a:t>Use nested loops to loop through a 2D list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D8D57-C608-B40D-336C-A945E7041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1694" y="1552574"/>
            <a:ext cx="5284893" cy="4333453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expenses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[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</a:t>
            </a:r>
            <a:r>
              <a:rPr lang="en-US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[1854.32, 2991.87],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[1023.45, 2210.78, 2876.14],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[1345.99, 1987.55, 2100.10, 2999.88],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[1765.43, 2440.12]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b="1" dirty="0">
              <a:solidFill>
                <a:srgbClr val="000000"/>
              </a:solidFill>
              <a:effectLst/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total = 0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6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6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3F0065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range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3F0065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len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expenses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</a:t>
            </a:r>
            <a:r>
              <a:rPr lang="en-US" sz="1600" b="1" dirty="0">
                <a:solidFill>
                  <a:srgbClr val="FF77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c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3F0065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range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3F0065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len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(expenses[r])):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total += expenses[r][c]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6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row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expenses: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column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row: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total += column</a:t>
            </a:r>
          </a:p>
        </p:txBody>
      </p:sp>
    </p:spTree>
    <p:extLst>
      <p:ext uri="{BB962C8B-B14F-4D97-AF65-F5344CB8AC3E}">
        <p14:creationId xmlns:p14="http://schemas.microsoft.com/office/powerpoint/2010/main" val="123240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FF1D-6652-93F0-79B1-3B511BFD4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Rectangle 2D List – known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BD1E7-806A-2B2B-16F6-BDB3193F09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9194" y="1627082"/>
            <a:ext cx="4843272" cy="4143375"/>
          </a:xfrm>
        </p:spPr>
        <p:txBody>
          <a:bodyPr>
            <a:normAutofit/>
          </a:bodyPr>
          <a:lstStyle/>
          <a:p>
            <a:r>
              <a:rPr lang="en-US" dirty="0"/>
              <a:t>If you know the layout of a 2D list it may not require a nested loop structure</a:t>
            </a:r>
          </a:p>
          <a:p>
            <a:r>
              <a:rPr lang="en-US" dirty="0"/>
              <a:t>Sometimes you can use a for loop and hard code each column you are accessing.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00296-5A34-3520-9D42-E82678A9E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45481" y="1627081"/>
            <a:ext cx="6724226" cy="41433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inventory_table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[</a:t>
            </a:r>
            <a:br>
              <a:rPr lang="en-US" sz="16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[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"Vacuum Bags"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50, 12.99],</a:t>
            </a:r>
            <a:br>
              <a:rPr lang="en-US" sz="16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[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"Extension Hose"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20, 24.50],</a:t>
            </a:r>
            <a:br>
              <a:rPr lang="en-US" sz="16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[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"Filter Pack"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35, 9.75]</a:t>
            </a:r>
            <a:br>
              <a:rPr lang="en-US" sz="16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</a:p>
          <a:p>
            <a:pPr marL="0" indent="0">
              <a:buNone/>
            </a:pPr>
            <a:endParaRPr lang="en-US" sz="16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rows = </a:t>
            </a:r>
            <a:r>
              <a:rPr lang="en-US" sz="1600" b="1" dirty="0" err="1">
                <a:solidFill>
                  <a:srgbClr val="3F0065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len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inventory_table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16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6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600" b="1" dirty="0">
                <a:solidFill>
                  <a:srgbClr val="FF77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600" b="1" dirty="0">
                <a:solidFill>
                  <a:srgbClr val="FF77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3F0065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range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(rows):</a:t>
            </a:r>
            <a:br>
              <a:rPr lang="en-US" sz="16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name =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inventory_table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[r][0]</a:t>
            </a:r>
            <a:br>
              <a:rPr lang="en-US" sz="16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qty =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inventory_table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[r][1]</a:t>
            </a:r>
            <a:br>
              <a:rPr lang="en-US" sz="16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price =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inventory_table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[r][2]</a:t>
            </a:r>
            <a:br>
              <a:rPr lang="en-US" sz="1600" b="1" dirty="0"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rgbClr val="3F0065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f"{name}: {qty} units at ${price:.2f}"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32251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E4F1-26F8-C2AE-9240-35AA9735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things for 2D lists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69D8CFF-88B8-92E8-4F33-53B2988EC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8150"/>
            <a:ext cx="49530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B735888-A217-91A0-B76B-43C66D74B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67" y="1231054"/>
            <a:ext cx="8267267" cy="4619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C24705A-4133-D4BC-8629-4D3459AE0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514" y="3935626"/>
            <a:ext cx="5057775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A21D967-5F9B-93B8-05C0-84453633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200" y="3146425"/>
            <a:ext cx="3515837" cy="351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6972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26CEF-15F4-2075-CFFC-0462873AF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</a:t>
            </a:r>
            <a:r>
              <a:rPr lang="en-US"/>
              <a:t>are tuples?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3E98C-88F5-51E3-E46D-02D3CE20B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Tuples are closely related to lists – ordered sequences of items</a:t>
            </a:r>
          </a:p>
          <a:p>
            <a:r>
              <a:rPr lang="en-US" dirty="0"/>
              <a:t>The key difference is that tuples are immutable</a:t>
            </a:r>
          </a:p>
          <a:p>
            <a:pPr lvl="1"/>
            <a:r>
              <a:rPr lang="en-US" dirty="0"/>
              <a:t>Once created they cannot be changed</a:t>
            </a:r>
          </a:p>
          <a:p>
            <a:r>
              <a:rPr lang="en-US" dirty="0"/>
              <a:t>Makes tuples safer to use when you want to guarantee that a collection of values will stay the same</a:t>
            </a:r>
          </a:p>
          <a:p>
            <a:r>
              <a:rPr lang="en-US" dirty="0"/>
              <a:t>Common uses</a:t>
            </a:r>
          </a:p>
          <a:p>
            <a:pPr lvl="1"/>
            <a:r>
              <a:rPr lang="en-US" dirty="0"/>
              <a:t>Representing coordinates like (x, y)</a:t>
            </a:r>
          </a:p>
          <a:p>
            <a:pPr lvl="1"/>
            <a:r>
              <a:rPr lang="en-US" dirty="0"/>
              <a:t>Representing fixed groups like RGB colors (red, green, blue)</a:t>
            </a:r>
          </a:p>
          <a:p>
            <a:pPr lvl="1"/>
            <a:r>
              <a:rPr lang="en-US" dirty="0"/>
              <a:t>Return multiple values from functions</a:t>
            </a:r>
          </a:p>
          <a:p>
            <a:pPr lvl="1"/>
            <a:r>
              <a:rPr lang="en-US" dirty="0"/>
              <a:t>Using them as dictionary keys (lists can’t be keys, tuples can)</a:t>
            </a:r>
          </a:p>
        </p:txBody>
      </p:sp>
    </p:spTree>
    <p:extLst>
      <p:ext uri="{BB962C8B-B14F-4D97-AF65-F5344CB8AC3E}">
        <p14:creationId xmlns:p14="http://schemas.microsoft.com/office/powerpoint/2010/main" val="4083352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ECC84-9EEE-52D2-9CF9-7391A7ED5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and Using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5574C-1C1B-3A02-14B7-E5A4A7D4F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6581" y="1593214"/>
            <a:ext cx="4843272" cy="4143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You create tuples using parentheses()</a:t>
            </a:r>
          </a:p>
          <a:p>
            <a:r>
              <a:rPr lang="en-US" dirty="0"/>
              <a:t>Access them with square brackets</a:t>
            </a:r>
          </a:p>
          <a:p>
            <a:r>
              <a:rPr lang="en-US" dirty="0"/>
              <a:t>You can slice tuples</a:t>
            </a:r>
          </a:p>
          <a:p>
            <a:r>
              <a:rPr lang="en-US" dirty="0"/>
              <a:t>To create single value tuples, put in one value with a comma</a:t>
            </a:r>
          </a:p>
          <a:p>
            <a:r>
              <a:rPr lang="en-US" dirty="0"/>
              <a:t>When to choose tuples over lists?</a:t>
            </a:r>
          </a:p>
          <a:p>
            <a:pPr lvl="1"/>
            <a:r>
              <a:rPr lang="en-US" dirty="0"/>
              <a:t>You want to signal “this should not change”</a:t>
            </a:r>
          </a:p>
          <a:p>
            <a:pPr lvl="1"/>
            <a:r>
              <a:rPr lang="en-US" dirty="0"/>
              <a:t>You need to use the collection as a dictionary key</a:t>
            </a:r>
          </a:p>
          <a:p>
            <a:pPr lvl="1"/>
            <a:r>
              <a:rPr lang="en-US" dirty="0"/>
              <a:t>You are packaging multiple return values together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382D3-743E-C81C-FEBF-A3BBB96F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5320" y="1314450"/>
            <a:ext cx="6309360" cy="4868547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point = (3, 4)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color = (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"red"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255, 0)</a:t>
            </a:r>
          </a:p>
          <a:p>
            <a:pPr marL="0" indent="0">
              <a:buNone/>
            </a:pPr>
            <a:endParaRPr lang="en-US" sz="20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print(point[0])  </a:t>
            </a:r>
            <a:r>
              <a:rPr lang="en-US" sz="2000" b="1" dirty="0">
                <a:solidFill>
                  <a:srgbClr val="49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3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print(point[1])  </a:t>
            </a:r>
            <a:r>
              <a:rPr lang="en-US" sz="2000" b="1" dirty="0">
                <a:solidFill>
                  <a:srgbClr val="A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4</a:t>
            </a:r>
          </a:p>
          <a:p>
            <a:pPr marL="0" indent="0">
              <a:buNone/>
            </a:pPr>
            <a:endParaRPr lang="en-US" sz="20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coords = (10, 20, 30, 40)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print(coords[1:3])   </a:t>
            </a:r>
            <a:r>
              <a:rPr lang="en-US" sz="20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(20, 30)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0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(5)    </a:t>
            </a:r>
            <a:r>
              <a:rPr lang="en-US" sz="20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this is just the integer 5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x = (5,)   </a:t>
            </a:r>
            <a:r>
              <a:rPr lang="en-US" sz="20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this is a tuple containing 5</a:t>
            </a:r>
          </a:p>
          <a:p>
            <a:pPr marL="0" indent="0">
              <a:buNone/>
            </a:pPr>
            <a:endParaRPr lang="en-US" sz="20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1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0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get_min_max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(values):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1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20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min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(values), </a:t>
            </a:r>
            <a:r>
              <a:rPr lang="en-US" sz="2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max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(values))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low, high =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get_min_max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([5, 9, 2, 8])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38756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7E05A-A299-D18A-71F8-0BB00F0E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and 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D22B8-B3A0-C6D8-3954-655CD4C10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935428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4C877-25B9-BE22-46C3-7BB49CD7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9009B-EAD7-D857-CAC4-F3E3142D95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Lists are driven by position with index, dictionaries are unordered and use keys for reference</a:t>
            </a:r>
          </a:p>
          <a:p>
            <a:r>
              <a:rPr lang="en-US" dirty="0"/>
              <a:t>You can look up values using meaningful names or IDS instead of numeric positions</a:t>
            </a:r>
          </a:p>
          <a:p>
            <a:r>
              <a:rPr lang="en-US" dirty="0"/>
              <a:t>Perfect for representing objects like students, customers, configuration settings or anything with a label for the data</a:t>
            </a:r>
          </a:p>
          <a:p>
            <a:r>
              <a:rPr lang="en-US" dirty="0"/>
              <a:t>Keys are unique – can’t have twice</a:t>
            </a:r>
          </a:p>
          <a:p>
            <a:r>
              <a:rPr lang="en-US" dirty="0"/>
              <a:t>Provides fast lookups by key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BEAF9-91EE-988C-A97E-4BDCF83E5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552575"/>
            <a:ext cx="6277185" cy="4143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 = {</a:t>
            </a:r>
            <a:b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"name": "Ava"</a:t>
            </a:r>
            <a: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b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"age": 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20,</a:t>
            </a:r>
            <a:b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"major": "Computer Science"</a:t>
            </a:r>
            <a:b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sz="20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(student[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"name"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])   </a:t>
            </a:r>
            <a:r>
              <a:rPr lang="en-US" sz="20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Ava</a:t>
            </a:r>
            <a:b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(student[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"age"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])    </a:t>
            </a:r>
            <a:r>
              <a:rPr lang="en-US" sz="20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20</a:t>
            </a:r>
          </a:p>
          <a:p>
            <a:pPr marL="0" indent="0">
              <a:buNone/>
            </a:pPr>
            <a:endParaRPr lang="en-US" sz="20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student["</a:t>
            </a:r>
            <a:r>
              <a:rPr lang="en-US" sz="2000" b="1" dirty="0" err="1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gpa</a:t>
            </a:r>
            <a:r>
              <a:rPr lang="en-US" sz="20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"]  # </a:t>
            </a:r>
            <a:r>
              <a:rPr lang="en-US" sz="2000" b="1" dirty="0" err="1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KeyError</a:t>
            </a:r>
            <a:r>
              <a:rPr lang="en-US" sz="20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'</a:t>
            </a:r>
            <a:r>
              <a:rPr lang="en-US" sz="2000" b="1" dirty="0" err="1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gpa</a:t>
            </a:r>
            <a:r>
              <a:rPr lang="en-US" sz="20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'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24405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E0A2-0256-A376-09C9-E6CC9144C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Dictionary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B1AF2-3719-B89C-860B-3451A09D7B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875" y="1547283"/>
            <a:ext cx="4843272" cy="414337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If you know the key does exist use the square brackets for direct access</a:t>
            </a:r>
          </a:p>
          <a:p>
            <a:r>
              <a:rPr lang="en-US" dirty="0"/>
              <a:t>It is much safer to use the .get() method</a:t>
            </a:r>
          </a:p>
          <a:p>
            <a:pPr lvl="1"/>
            <a:r>
              <a:rPr lang="en-US" dirty="0"/>
              <a:t>It defaults a return a None if the key doesn’t exist</a:t>
            </a:r>
          </a:p>
          <a:p>
            <a:pPr lvl="1"/>
            <a:r>
              <a:rPr lang="en-US" dirty="0"/>
              <a:t>Or you can add in what you want to be the “none” return value</a:t>
            </a:r>
          </a:p>
          <a:p>
            <a:r>
              <a:rPr lang="en-US" dirty="0"/>
              <a:t>Adding/Updating a key is by using the square brackets[]</a:t>
            </a:r>
          </a:p>
          <a:p>
            <a:pPr lvl="1"/>
            <a:r>
              <a:rPr lang="en-US" dirty="0"/>
              <a:t>If the key already exists it updates, if it doesn’t it will add</a:t>
            </a:r>
          </a:p>
          <a:p>
            <a:r>
              <a:rPr lang="en-US" dirty="0"/>
              <a:t>To a delete a key, you can use the del() built into python, but can raise a </a:t>
            </a:r>
            <a:r>
              <a:rPr lang="en-US" dirty="0" err="1"/>
              <a:t>KeyError</a:t>
            </a:r>
            <a:r>
              <a:rPr lang="en-US" dirty="0"/>
              <a:t> if doesn’t exist</a:t>
            </a:r>
          </a:p>
          <a:p>
            <a:r>
              <a:rPr lang="en-US" dirty="0"/>
              <a:t>Safer to use the .pop() method which removes and returns the key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02C4B-0CCB-B1DD-012A-2DD7BCC85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25161" y="1547283"/>
            <a:ext cx="6819051" cy="41433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gpa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student.get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2400" b="1" dirty="0" err="1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gpa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        </a:t>
            </a:r>
            <a:r>
              <a:rPr lang="en-US" sz="24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None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gpa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student.get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2400" b="1" dirty="0" err="1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gpa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0.0)    </a:t>
            </a:r>
            <a:r>
              <a:rPr lang="en-US" sz="24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0.0</a:t>
            </a:r>
          </a:p>
          <a:p>
            <a:pPr marL="0" indent="0">
              <a:buNone/>
            </a:pPr>
            <a:endParaRPr lang="en-US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student[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2400" b="1" dirty="0" err="1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gpa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 = 3.8     </a:t>
            </a:r>
            <a:r>
              <a:rPr lang="en-US" sz="24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add new key</a:t>
            </a:r>
            <a:b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student[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"major"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 = 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"Software Development"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 </a:t>
            </a:r>
            <a:r>
              <a:rPr lang="en-US" sz="24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update existing</a:t>
            </a:r>
          </a:p>
          <a:p>
            <a:pPr marL="0" indent="0">
              <a:buNone/>
            </a:pPr>
            <a:endParaRPr lang="en-US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del 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student[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2400" b="1" dirty="0" err="1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gpa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</a:p>
          <a:p>
            <a:pPr marL="0" indent="0">
              <a:buNone/>
            </a:pP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gpa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student.pop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2400" b="1" dirty="0" err="1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gpa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None)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764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1CF90-A887-F231-59D9-61955ECC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Helpful Methods and Looping 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57DA7-CA62-F77F-C46D-029814377C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you want to get views of your dictionary use the following</a:t>
            </a:r>
          </a:p>
          <a:p>
            <a:pPr lvl="1"/>
            <a:r>
              <a:rPr lang="en-US" dirty="0"/>
              <a:t>keys() – get view of the keys</a:t>
            </a:r>
          </a:p>
          <a:p>
            <a:pPr lvl="1"/>
            <a:r>
              <a:rPr lang="en-US" dirty="0"/>
              <a:t>values() – get view of values</a:t>
            </a:r>
          </a:p>
          <a:p>
            <a:pPr lvl="1"/>
            <a:r>
              <a:rPr lang="en-US" dirty="0"/>
              <a:t>items() – get (key, value) as view as tuples</a:t>
            </a:r>
          </a:p>
          <a:p>
            <a:r>
              <a:rPr lang="en-US" dirty="0"/>
              <a:t>Several ways to loop through dictionaries</a:t>
            </a:r>
          </a:p>
          <a:p>
            <a:pPr lvl="1"/>
            <a:r>
              <a:rPr lang="en-US" dirty="0"/>
              <a:t>Loop through using the key</a:t>
            </a:r>
          </a:p>
          <a:p>
            <a:pPr lvl="1"/>
            <a:r>
              <a:rPr lang="en-US" dirty="0"/>
              <a:t>Loop through just the keys</a:t>
            </a:r>
          </a:p>
          <a:p>
            <a:pPr lvl="1"/>
            <a:r>
              <a:rPr lang="en-US" dirty="0"/>
              <a:t>Loop over values</a:t>
            </a:r>
          </a:p>
          <a:p>
            <a:pPr lvl="1"/>
            <a:r>
              <a:rPr lang="en-US" dirty="0"/>
              <a:t>Loop over key and value pairs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ADA4F-B0C8-29FC-94BB-E9EB6F8E8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362785" cy="4143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student.keys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())    </a:t>
            </a:r>
            <a:r>
              <a:rPr lang="en-US" sz="15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</a:t>
            </a:r>
            <a:r>
              <a:rPr lang="en-US" sz="1500" b="1" dirty="0" err="1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dict_keys</a:t>
            </a:r>
            <a:r>
              <a:rPr lang="en-US" sz="15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([...])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student.values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())  </a:t>
            </a:r>
            <a:r>
              <a:rPr lang="en-US" sz="15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</a:t>
            </a:r>
            <a:r>
              <a:rPr lang="en-US" sz="1500" b="1" dirty="0" err="1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dict_values</a:t>
            </a:r>
            <a:r>
              <a:rPr lang="en-US" sz="15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([...])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student.items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())   </a:t>
            </a:r>
            <a:r>
              <a:rPr lang="en-US" sz="15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</a:t>
            </a:r>
            <a:r>
              <a:rPr lang="en-US" sz="1500" b="1" dirty="0" err="1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dict_items</a:t>
            </a:r>
            <a:r>
              <a:rPr lang="en-US" sz="15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([...])</a:t>
            </a:r>
          </a:p>
          <a:p>
            <a:pPr marL="0" indent="0">
              <a:buNone/>
            </a:pPr>
            <a:endParaRPr lang="en-US" sz="15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 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key </a:t>
            </a:r>
            <a:r>
              <a:rPr lang="en-US" sz="16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 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student: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(key, </a:t>
            </a:r>
            <a:r>
              <a:rPr lang="en-US" sz="16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"=&gt;"</a:t>
            </a: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16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student[key])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 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key </a:t>
            </a:r>
            <a:r>
              <a:rPr lang="en-US" sz="16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student.keys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():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"Key:"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key)</a:t>
            </a:r>
          </a:p>
          <a:p>
            <a:pPr marL="0" indent="0">
              <a:buNone/>
            </a:pPr>
            <a:endParaRPr lang="en-US" sz="16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 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 </a:t>
            </a:r>
            <a:r>
              <a:rPr lang="en-US" sz="16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student.values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():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"Value:"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value)</a:t>
            </a:r>
          </a:p>
          <a:p>
            <a:pPr marL="0" indent="0">
              <a:buNone/>
            </a:pPr>
            <a:endParaRPr lang="en-US" sz="16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 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key, value </a:t>
            </a:r>
            <a:r>
              <a:rPr lang="en-US" sz="16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student.items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():</a:t>
            </a:r>
            <a:b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f"{key}: {value}"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464918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7FD0D-993D-43B8-EEC6-FA8FBD3D5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768B1-3271-D8FF-CA7D-8202189FD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2448" y="1552574"/>
            <a:ext cx="4843272" cy="4143375"/>
          </a:xfrm>
        </p:spPr>
        <p:txBody>
          <a:bodyPr>
            <a:normAutofit/>
          </a:bodyPr>
          <a:lstStyle/>
          <a:p>
            <a:r>
              <a:rPr lang="en-US" dirty="0"/>
              <a:t>To combine dictionaries using the vertical bar | operator for union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dict</a:t>
            </a:r>
            <a:r>
              <a:rPr lang="en-US" dirty="0"/>
              <a:t>() function can act as a constructor allowing you to define the key and set the value</a:t>
            </a:r>
          </a:p>
          <a:p>
            <a:endParaRPr lang="en-US" dirty="0"/>
          </a:p>
          <a:p>
            <a:r>
              <a:rPr lang="en-US" dirty="0"/>
              <a:t>You can also pass a list of key-value pairs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F00DD-3B02-4A19-79BA-448D89F19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7455" y="1633855"/>
            <a:ext cx="6859691" cy="414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defaults = {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"theme"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"light"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"autosave"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True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user_settings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{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"theme"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"dark"}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final_settings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defaults |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user_settings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final_settings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{'theme': 'dark', 'autosave': True}</a:t>
            </a:r>
          </a:p>
          <a:p>
            <a:pPr marL="0" indent="0">
              <a:buNone/>
            </a:pPr>
            <a:endParaRPr lang="en-US" sz="15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user =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dict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(name=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"Lucas"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role=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"Instructor"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active=</a:t>
            </a:r>
            <a:r>
              <a:rPr lang="en-US" sz="15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True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sz="15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pairs = [(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"name"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"Ava"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),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"age"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20)]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student2 =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dict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(pairs)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180253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21BE6-5C02-95E5-A18F-D7771F097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__</a:t>
            </a:r>
            <a:r>
              <a:rPr lang="en-US" dirty="0" err="1"/>
              <a:t>dict</a:t>
            </a:r>
            <a:r>
              <a:rPr lang="en-US" dirty="0"/>
              <a:t>__ dunder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D1C47-BFB6-57AA-3A98-12A2581EC1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1782" y="1552575"/>
            <a:ext cx="4843272" cy="4143375"/>
          </a:xfrm>
        </p:spPr>
        <p:txBody>
          <a:bodyPr/>
          <a:lstStyle/>
          <a:p>
            <a:r>
              <a:rPr lang="en-US" dirty="0"/>
              <a:t>As discussed with object the dictionary method is built onto all python objects</a:t>
            </a:r>
          </a:p>
          <a:p>
            <a:r>
              <a:rPr lang="en-US" dirty="0"/>
              <a:t>It automatically converts objects into dictionaries using the variable names as fields and assigns their value</a:t>
            </a:r>
          </a:p>
          <a:p>
            <a:r>
              <a:rPr lang="en-US" dirty="0"/>
              <a:t>Great for JSON serialization discussed next chapter</a:t>
            </a:r>
          </a:p>
          <a:p>
            <a:r>
              <a:rPr lang="en-US" dirty="0"/>
              <a:t>We may also want to override it or create a separate method on objects so that we can hide some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9C767-0B79-1740-31DF-DC974C194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567603"/>
            <a:ext cx="6846146" cy="414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 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Product: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 </a:t>
            </a:r>
            <a:r>
              <a:rPr lang="en-US" sz="15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5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5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name: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price: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.name = name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5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.price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price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 = Product(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"Vacuum"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199.99)</a:t>
            </a:r>
            <a:b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(p.__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dict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__)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{'name': 'Vacuum', 'price': 199.99}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77715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6C873-E2DB-EC65-452B-41B0926D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sets?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DD8B5-D8D9-138D-64C9-A4976F026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6288" y="1567603"/>
            <a:ext cx="4843272" cy="41433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Sets are collections that store unique items without caring about order</a:t>
            </a:r>
          </a:p>
          <a:p>
            <a:r>
              <a:rPr lang="en-US" dirty="0"/>
              <a:t>You can think of them as a bag of distinct values</a:t>
            </a:r>
          </a:p>
          <a:p>
            <a:r>
              <a:rPr lang="en-US" dirty="0"/>
              <a:t>Excellent when you want to avoid duplicates, check membership quickly, or compare groups of items</a:t>
            </a:r>
          </a:p>
          <a:p>
            <a:r>
              <a:rPr lang="en-US" dirty="0"/>
              <a:t>To create sets you use curly brackets {} separated by a comma</a:t>
            </a:r>
          </a:p>
          <a:p>
            <a:pPr lvl="1"/>
            <a:r>
              <a:rPr lang="en-US" dirty="0"/>
              <a:t>Looks similar to dictionaries but there are no key-value pairs, just values</a:t>
            </a:r>
          </a:p>
          <a:p>
            <a:r>
              <a:rPr lang="en-US" dirty="0"/>
              <a:t>Because we use curly brackets for </a:t>
            </a:r>
            <a:r>
              <a:rPr lang="en-US" dirty="0" err="1"/>
              <a:t>dictionaires</a:t>
            </a:r>
            <a:r>
              <a:rPr lang="en-US" dirty="0"/>
              <a:t> you have to use the set() function to declare a blank set.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210B9-C8A8-4791-4AE3-334498EB2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91200" y="1567603"/>
            <a:ext cx="6529493" cy="4143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colors = {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"red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", 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"green"</a:t>
            </a:r>
            <a: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"blue"</a:t>
            </a:r>
            <a: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sz="2000" b="1" dirty="0"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DD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This is an empty dictionary, NOT a set</a:t>
            </a:r>
            <a:endParaRPr lang="en-US" sz="2000" b="1" dirty="0"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empty = {}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DD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This creates an empty set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empty_set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set()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92881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F9602-4298-14CA-D30C-B801C5E5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Sets and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CB4E8-06BF-98FD-20A9-70BD12B95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3727" y="1620309"/>
            <a:ext cx="5623899" cy="487256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Sets are particularly powerfully operation that sound like math operations with union, difference and intersections of items</a:t>
            </a:r>
          </a:p>
          <a:p>
            <a:r>
              <a:rPr lang="en-US" dirty="0"/>
              <a:t>Operations based on set “a” and set “b”</a:t>
            </a:r>
          </a:p>
          <a:p>
            <a:pPr lvl="1"/>
            <a:r>
              <a:rPr lang="en-US" dirty="0"/>
              <a:t>Union – all items that appear in “a” OR “b” (or both)</a:t>
            </a:r>
          </a:p>
          <a:p>
            <a:pPr lvl="2"/>
            <a:r>
              <a:rPr lang="en-US" dirty="0"/>
              <a:t>use </a:t>
            </a:r>
            <a:r>
              <a:rPr lang="en-US" b="1" dirty="0" err="1">
                <a:latin typeface="Consolas" panose="020B0609020204030204" pitchFamily="49" charset="0"/>
              </a:rPr>
              <a:t>a.union</a:t>
            </a:r>
            <a:r>
              <a:rPr lang="en-US" b="1" dirty="0">
                <a:latin typeface="Consolas" panose="020B0609020204030204" pitchFamily="49" charset="0"/>
              </a:rPr>
              <a:t>(b)</a:t>
            </a:r>
            <a:r>
              <a:rPr lang="en-US" dirty="0"/>
              <a:t> OR </a:t>
            </a:r>
            <a:r>
              <a:rPr lang="en-US" b="1" dirty="0">
                <a:latin typeface="Consolas" panose="020B0609020204030204" pitchFamily="49" charset="0"/>
              </a:rPr>
              <a:t>a | b</a:t>
            </a:r>
          </a:p>
          <a:p>
            <a:pPr lvl="1"/>
            <a:r>
              <a:rPr lang="en-US" dirty="0"/>
              <a:t>Intersection – items that appear in both “a” and “b”</a:t>
            </a:r>
          </a:p>
          <a:p>
            <a:pPr lvl="2"/>
            <a:r>
              <a:rPr lang="en-US" dirty="0"/>
              <a:t>use </a:t>
            </a:r>
            <a:r>
              <a:rPr lang="en-US" b="1" dirty="0" err="1">
                <a:latin typeface="Consolas" panose="020B0609020204030204" pitchFamily="49" charset="0"/>
              </a:rPr>
              <a:t>a.intersection</a:t>
            </a:r>
            <a:r>
              <a:rPr lang="en-US" b="1" dirty="0">
                <a:latin typeface="Consolas" panose="020B0609020204030204" pitchFamily="49" charset="0"/>
              </a:rPr>
              <a:t>(b)</a:t>
            </a:r>
            <a:r>
              <a:rPr lang="en-US" dirty="0"/>
              <a:t> or </a:t>
            </a:r>
            <a:r>
              <a:rPr lang="en-US" b="1" dirty="0">
                <a:latin typeface="Consolas" panose="020B0609020204030204" pitchFamily="49" charset="0"/>
              </a:rPr>
              <a:t>a &amp; b</a:t>
            </a:r>
          </a:p>
          <a:p>
            <a:pPr lvl="1"/>
            <a:r>
              <a:rPr lang="en-US" dirty="0"/>
              <a:t>Difference – items in “a” that are not in “b”</a:t>
            </a:r>
          </a:p>
          <a:p>
            <a:pPr lvl="2"/>
            <a:r>
              <a:rPr lang="en-US" dirty="0"/>
              <a:t>use </a:t>
            </a:r>
            <a:r>
              <a:rPr lang="en-US" b="1" dirty="0" err="1">
                <a:latin typeface="Consolas" panose="020B0609020204030204" pitchFamily="49" charset="0"/>
              </a:rPr>
              <a:t>a.difference</a:t>
            </a:r>
            <a:r>
              <a:rPr lang="en-US" b="1" dirty="0">
                <a:latin typeface="Consolas" panose="020B0609020204030204" pitchFamily="49" charset="0"/>
              </a:rPr>
              <a:t>(b)</a:t>
            </a:r>
            <a:r>
              <a:rPr lang="en-US" dirty="0"/>
              <a:t> or</a:t>
            </a:r>
            <a:r>
              <a:rPr lang="en-US" b="1" dirty="0">
                <a:latin typeface="Consolas" panose="020B0609020204030204" pitchFamily="49" charset="0"/>
              </a:rPr>
              <a:t> a - b</a:t>
            </a:r>
          </a:p>
          <a:p>
            <a:pPr lvl="1"/>
            <a:r>
              <a:rPr lang="en-US" dirty="0"/>
              <a:t>Symmetric difference – items in either “a” or “b” but not in both</a:t>
            </a:r>
          </a:p>
          <a:p>
            <a:pPr lvl="2"/>
            <a:r>
              <a:rPr lang="en-US" dirty="0"/>
              <a:t>use </a:t>
            </a:r>
            <a:r>
              <a:rPr lang="en-US" b="1" dirty="0" err="1">
                <a:latin typeface="Consolas" panose="020B0609020204030204" pitchFamily="49" charset="0"/>
              </a:rPr>
              <a:t>a.symmetric_difference</a:t>
            </a:r>
            <a:r>
              <a:rPr lang="en-US" b="1" dirty="0">
                <a:latin typeface="Consolas" panose="020B0609020204030204" pitchFamily="49" charset="0"/>
              </a:rPr>
              <a:t>(b)</a:t>
            </a:r>
            <a:r>
              <a:rPr lang="en-US" dirty="0"/>
              <a:t> or </a:t>
            </a:r>
            <a:r>
              <a:rPr lang="en-US" b="1" dirty="0">
                <a:latin typeface="Consolas" panose="020B0609020204030204" pitchFamily="49" charset="0"/>
              </a:rPr>
              <a:t>a ^ b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3DFFFF-2D5A-EBE3-D4E2-30BC2CCE6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36735" y="1884468"/>
            <a:ext cx="6283959" cy="414337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warehouse_a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{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"filter"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"bag"</a:t>
            </a: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"hose"</a:t>
            </a: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warehouse_b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{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"bag"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"belt"</a:t>
            </a: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"brush"</a:t>
            </a: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both =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warehouse_a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&amp;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warehouse_b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"Both carry:"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both)  </a:t>
            </a:r>
            <a:r>
              <a:rPr lang="en-US" sz="24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{'bag'}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all_items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warehouse_a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|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warehouse_b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"All unique items:"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all_items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only_a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warehouse_a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-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warehouse_b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"Only in A:"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only_a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different =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warehouse_a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^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warehouse_b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"Not shared:"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different)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198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457B-AE16-791E-9DC7-1658EEF4F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Sets and Dictionaries with custom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0EBE0-9001-904A-EAA4-BA14C84139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In order to use custom objects in sets (for uniqueness) and as a dictionary key you need to make sure to have both the </a:t>
            </a:r>
            <a:r>
              <a:rPr lang="en-US" sz="2000" b="1" dirty="0">
                <a:latin typeface="Consolas" panose="020B0609020204030204" pitchFamily="49" charset="0"/>
              </a:rPr>
              <a:t>__eq__</a:t>
            </a:r>
            <a:r>
              <a:rPr lang="en-US" sz="2000" dirty="0"/>
              <a:t> and </a:t>
            </a:r>
            <a:r>
              <a:rPr lang="en-US" sz="2000" b="1" dirty="0">
                <a:latin typeface="Consolas" panose="020B0609020204030204" pitchFamily="49" charset="0"/>
              </a:rPr>
              <a:t>__hash__</a:t>
            </a:r>
            <a:r>
              <a:rPr lang="en-US" sz="2000" dirty="0"/>
              <a:t> methods overridden</a:t>
            </a:r>
          </a:p>
          <a:p>
            <a:r>
              <a:rPr lang="en-US" sz="2000" dirty="0"/>
              <a:t>We have already seen </a:t>
            </a:r>
            <a:r>
              <a:rPr lang="en-US" sz="2000" b="1" dirty="0">
                <a:latin typeface="Consolas" panose="020B0609020204030204" pitchFamily="49" charset="0"/>
              </a:rPr>
              <a:t>__eq__</a:t>
            </a:r>
            <a:r>
              <a:rPr lang="en-US" sz="2000" dirty="0"/>
              <a:t> where we choose what attributes to check for equality</a:t>
            </a:r>
          </a:p>
          <a:p>
            <a:r>
              <a:rPr lang="en-US" sz="2000" dirty="0"/>
              <a:t>But if you want to use in a set you must have </a:t>
            </a:r>
            <a:r>
              <a:rPr lang="en-US" sz="2000" b="1" dirty="0">
                <a:latin typeface="Consolas" panose="020B0609020204030204" pitchFamily="49" charset="0"/>
              </a:rPr>
              <a:t>__hash__</a:t>
            </a:r>
            <a:r>
              <a:rPr lang="en-US" sz="2000" dirty="0"/>
              <a:t> as well</a:t>
            </a:r>
          </a:p>
          <a:p>
            <a:pPr lvl="1"/>
            <a:r>
              <a:rPr lang="en-US" sz="1800" dirty="0"/>
              <a:t>This is a unique number created by the </a:t>
            </a:r>
            <a:r>
              <a:rPr lang="en-US" sz="1800" b="1" dirty="0">
                <a:latin typeface="Consolas" panose="020B0609020204030204" pitchFamily="49" charset="0"/>
              </a:rPr>
              <a:t>hash()</a:t>
            </a:r>
            <a:r>
              <a:rPr lang="en-US" sz="1800" dirty="0"/>
              <a:t> from the same attributes used in </a:t>
            </a:r>
            <a:r>
              <a:rPr lang="en-US" sz="1800" b="1" dirty="0">
                <a:latin typeface="Consolas" panose="020B0609020204030204" pitchFamily="49" charset="0"/>
              </a:rPr>
              <a:t>__eq__</a:t>
            </a:r>
          </a:p>
          <a:p>
            <a:pPr lvl="1"/>
            <a:r>
              <a:rPr lang="en-US" sz="1800" dirty="0"/>
              <a:t>If both aren’t defined you can use in set or as a key in dictionary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E607A-72B3-1B53-1250-D63056A09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99988"/>
            <a:ext cx="5118946" cy="4143375"/>
          </a:xfrm>
        </p:spPr>
        <p:txBody>
          <a:bodyPr>
            <a:normAutofit fontScale="550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Product: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name, price):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.name = name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.price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price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__eq__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other):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isinstance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(other, Product) 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and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.name == other.name 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and </a:t>
            </a:r>
            <a:r>
              <a:rPr lang="en-US" sz="24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.price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==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other.price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__hash__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hash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((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.name, </a:t>
            </a:r>
            <a:r>
              <a:rPr lang="en-US" sz="24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.price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p1 = Product(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"Bag"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9.99)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p2 = Product(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"Bag"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9.99)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items = {p1, p2}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</a:t>
            </a:r>
            <a:r>
              <a:rPr lang="en-US" sz="24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len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(items))  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1, because p1 and p2 are considered equal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585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C8A35-F7FF-7FD9-FEA3-A7BC253D8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Between Data Structures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B04F8-4D71-F29D-62C6-80B2367F1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810289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0551-A9CC-9B9F-5EC1-F1A7E3C67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BAA38-884D-3AEE-F66E-68625A290A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2715" y="1314450"/>
            <a:ext cx="4843272" cy="498475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1800" dirty="0"/>
              <a:t>You can convert from one data structure to the other</a:t>
            </a:r>
          </a:p>
          <a:p>
            <a:r>
              <a:rPr lang="en-US" sz="1800" dirty="0"/>
              <a:t>Some of these functions have been sprinkled throughout</a:t>
            </a:r>
          </a:p>
          <a:p>
            <a:r>
              <a:rPr lang="en-US" sz="1800" dirty="0"/>
              <a:t>list()</a:t>
            </a:r>
          </a:p>
          <a:p>
            <a:r>
              <a:rPr lang="en-US" sz="1800" dirty="0" err="1"/>
              <a:t>dict</a:t>
            </a:r>
            <a:r>
              <a:rPr lang="en-US" sz="1800" dirty="0"/>
              <a:t>()</a:t>
            </a:r>
          </a:p>
          <a:p>
            <a:r>
              <a:rPr lang="en-US" sz="1800" dirty="0"/>
              <a:t>set()</a:t>
            </a:r>
          </a:p>
          <a:p>
            <a:r>
              <a:rPr lang="en-US" sz="1800" dirty="0"/>
              <a:t>tuple()</a:t>
            </a:r>
          </a:p>
          <a:p>
            <a:r>
              <a:rPr lang="en-US" sz="1800" b="1" dirty="0"/>
              <a:t>Why?</a:t>
            </a:r>
          </a:p>
          <a:p>
            <a:pPr lvl="1"/>
            <a:r>
              <a:rPr lang="en-US" sz="1800" dirty="0"/>
              <a:t>You may want the same information in one structure to perform like another</a:t>
            </a:r>
          </a:p>
          <a:p>
            <a:pPr lvl="1"/>
            <a:r>
              <a:rPr lang="en-US" sz="1800" dirty="0"/>
              <a:t>lists – order and indexing</a:t>
            </a:r>
          </a:p>
          <a:p>
            <a:pPr lvl="1"/>
            <a:r>
              <a:rPr lang="en-US" sz="1800" dirty="0"/>
              <a:t>set – for uniqueness and comparisons</a:t>
            </a:r>
          </a:p>
          <a:p>
            <a:pPr lvl="1"/>
            <a:r>
              <a:rPr lang="en-US" sz="1800" dirty="0"/>
              <a:t>dictionary – for keyed lookup</a:t>
            </a:r>
          </a:p>
          <a:p>
            <a:pPr lvl="1"/>
            <a:r>
              <a:rPr lang="en-US" sz="1800" dirty="0"/>
              <a:t>tuple – ordered but not be able to modify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D8078-2873-5009-1A9C-F0ADF6CE5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7722" y="1252960"/>
            <a:ext cx="6182358" cy="5134293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 = {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"apple"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"banana"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"cherry"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fruit_list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500" b="1" dirty="0">
                <a:solidFill>
                  <a:srgbClr val="3F0065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list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endParaRPr lang="en-US" sz="15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 = {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"name"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"Ava"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"age"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20}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keys = </a:t>
            </a:r>
            <a:r>
              <a:rPr lang="en-US" sz="1500" b="1" dirty="0">
                <a:solidFill>
                  <a:srgbClr val="3F0065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list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student.keys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())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values = </a:t>
            </a:r>
            <a:r>
              <a:rPr lang="en-US" sz="1500" b="1" dirty="0">
                <a:solidFill>
                  <a:srgbClr val="3F0065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list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student.values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())</a:t>
            </a:r>
          </a:p>
          <a:p>
            <a:pPr marL="0" indent="0">
              <a:buNone/>
            </a:pPr>
            <a:endParaRPr lang="en-US" sz="15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nums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[1, 2, 3]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nums_tuple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500" b="1" dirty="0">
                <a:solidFill>
                  <a:srgbClr val="3F0065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tuple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nums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sz="15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items = [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"pen"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"pen"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"pencil"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unique_items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500" b="1" dirty="0">
                <a:solidFill>
                  <a:srgbClr val="3F0065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(items)  </a:t>
            </a:r>
            <a:r>
              <a:rPr lang="en-US" sz="15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{'pen', 'pencil’}</a:t>
            </a:r>
          </a:p>
          <a:p>
            <a:pPr marL="0" indent="0">
              <a:buNone/>
            </a:pPr>
            <a:endParaRPr lang="en-US" sz="15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pairs = [(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"name"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"Lucas"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),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"role"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"Instructor"</a:t>
            </a: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)]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info = </a:t>
            </a:r>
            <a:r>
              <a:rPr lang="en-US" sz="1500" b="1" dirty="0" err="1">
                <a:solidFill>
                  <a:srgbClr val="3F0065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dict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(pairs)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settings = </a:t>
            </a:r>
            <a:r>
              <a:rPr lang="en-US" sz="1500" b="1" dirty="0" err="1">
                <a:solidFill>
                  <a:srgbClr val="3F0065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dict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(debug=</a:t>
            </a: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True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version=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"1.0"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36991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962CE-9AED-B849-C8EE-EF7210F1E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Function for Data Structures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54651-A11D-D1DE-3B57-30BEA9096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357359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52E7-23AC-9DB1-DEA7-07DDB20A1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8620A-1D36-6CC9-737A-376475EF38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len</a:t>
            </a:r>
            <a:r>
              <a:rPr lang="en-US" dirty="0"/>
              <a:t>() – returns number of elements in a collection</a:t>
            </a:r>
          </a:p>
          <a:p>
            <a:r>
              <a:rPr lang="en-US" dirty="0"/>
              <a:t>sum() – adds up numeric values in an iterable</a:t>
            </a:r>
          </a:p>
          <a:p>
            <a:pPr lvl="1"/>
            <a:r>
              <a:rPr lang="en-US" dirty="0"/>
              <a:t>expects numeric values will cause error if mixture of non numeric types</a:t>
            </a:r>
          </a:p>
          <a:p>
            <a:r>
              <a:rPr lang="en-US" dirty="0"/>
              <a:t>min() – finds smallest value in iterable</a:t>
            </a:r>
          </a:p>
          <a:p>
            <a:r>
              <a:rPr lang="en-US" dirty="0"/>
              <a:t>max() – finds the largest value in iterable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B162A-98F6-564E-9D55-124E5BC62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552575"/>
            <a:ext cx="5924971" cy="414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names = [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"Ava"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"Noah"</a:t>
            </a: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24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"Mia"</a:t>
            </a:r>
            <a:r>
              <a:rPr lang="en-US" sz="2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len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(names))  </a:t>
            </a:r>
            <a:r>
              <a:rPr lang="en-US" sz="24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3</a:t>
            </a:r>
          </a:p>
          <a:p>
            <a:pPr marL="0" indent="0">
              <a:buNone/>
            </a:pPr>
            <a:endParaRPr lang="en-US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sales = [100.50, 230.75, 89.99]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total =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sum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(sales)</a:t>
            </a:r>
          </a:p>
          <a:p>
            <a:pPr marL="0" indent="0">
              <a:buNone/>
            </a:pP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temperatures = [72, 68, 75, 70]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lowest =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min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(temperatures)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highest =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max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(temperatures)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454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8C6B5-C941-2679-5694-CD0045E4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and Boolean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3F83D-B2EA-C4E6-B859-B5DE79298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8581" y="1437428"/>
            <a:ext cx="4843272" cy="476694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sorted()</a:t>
            </a:r>
            <a:r>
              <a:rPr lang="en-US" sz="2000" dirty="0"/>
              <a:t> takes any iterable and returns a new list with elements in sorted order</a:t>
            </a:r>
          </a:p>
          <a:p>
            <a:pPr lvl="1"/>
            <a:r>
              <a:rPr lang="en-US" sz="1800" dirty="0"/>
              <a:t>Remember objects you will want to define dunder comparison methods for what field to sort</a:t>
            </a:r>
          </a:p>
          <a:p>
            <a:pPr lvl="1"/>
            <a:r>
              <a:rPr lang="en-US" sz="1800" dirty="0"/>
              <a:t>Different from .sort() which sorts original iterable</a:t>
            </a:r>
          </a:p>
          <a:p>
            <a:pPr lvl="1"/>
            <a:r>
              <a:rPr lang="en-US" sz="1800" dirty="0"/>
              <a:t>set “reverse” property to True if you want to reverse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any() </a:t>
            </a:r>
            <a:r>
              <a:rPr lang="en-US" sz="2000" dirty="0"/>
              <a:t>returns True if at least one element in the iterable is Boolean value of True</a:t>
            </a:r>
          </a:p>
          <a:p>
            <a:pPr lvl="1"/>
            <a:r>
              <a:rPr lang="en-US" sz="1800" dirty="0"/>
              <a:t>useful if you want to know if “any problem exists” when tracking those via a </a:t>
            </a:r>
            <a:r>
              <a:rPr lang="en-US" sz="1800" dirty="0" err="1"/>
              <a:t>boolean</a:t>
            </a:r>
            <a:endParaRPr lang="en-US" sz="1800" dirty="0"/>
          </a:p>
          <a:p>
            <a:r>
              <a:rPr lang="en-US" sz="2000" dirty="0">
                <a:latin typeface="Consolas" panose="020B0609020204030204" pitchFamily="49" charset="0"/>
              </a:rPr>
              <a:t>all()</a:t>
            </a:r>
            <a:r>
              <a:rPr lang="en-US" sz="2000" dirty="0"/>
              <a:t> returns True if every element is True</a:t>
            </a:r>
          </a:p>
          <a:p>
            <a:pPr lvl="1"/>
            <a:r>
              <a:rPr lang="en-US" sz="1800" dirty="0"/>
              <a:t>helpful when validating that everything is in a good state when tracking via a </a:t>
            </a:r>
            <a:r>
              <a:rPr lang="en-US" sz="1800" dirty="0" err="1"/>
              <a:t>boolean</a:t>
            </a:r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008C2-2CC8-0C81-4002-02EECB335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8960" y="1237615"/>
            <a:ext cx="5994400" cy="5166572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values = [5, 3, 9, 1]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sorted_values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sorted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(values)</a:t>
            </a:r>
            <a:endParaRPr lang="en-US" sz="1500" b="1" dirty="0">
              <a:solidFill>
                <a:srgbClr val="000000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(values)         </a:t>
            </a:r>
            <a:r>
              <a:rPr lang="en-US" sz="15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original unchanged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sorted_values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 </a:t>
            </a:r>
            <a:r>
              <a:rPr lang="en-US" sz="15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[1, 3, 5, 9]</a:t>
            </a:r>
            <a:endParaRPr lang="en-US" sz="15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sorted_desc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sorted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(values, reverse=</a:t>
            </a: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True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5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flags = [</a:t>
            </a: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True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any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(flags))  </a:t>
            </a:r>
            <a:r>
              <a:rPr lang="en-US" sz="15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True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errors = [</a:t>
            </a: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user_input_invalid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file_missing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5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any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(errors):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"There was at least one error."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5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checks = [</a:t>
            </a: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True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True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True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print(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all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(checks))  </a:t>
            </a:r>
            <a:r>
              <a:rPr lang="en-US" sz="15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True</a:t>
            </a:r>
            <a:endParaRPr lang="en-US" sz="15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password_ok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5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len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(password) &gt;= 8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has_number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any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ch.isdigit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 </a:t>
            </a: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5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ch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5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password)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has_upper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any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ch.isupper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 </a:t>
            </a: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5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ch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5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password)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5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all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([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password_ok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has_number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has_upper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]):</a:t>
            </a:r>
            <a:br>
              <a:rPr lang="en-US" sz="15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5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"Password meets all requirements."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500" b="1" dirty="0">
              <a:solidFill>
                <a:srgbClr val="DD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189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F993E-912E-BA14-A4C2-1F0C07AD8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Coding Example – Bank Account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E247A-14C4-101E-F2E4-65174E240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in an owner list – no repeated objects for sets</a:t>
            </a:r>
          </a:p>
          <a:p>
            <a:pPr lvl="1"/>
            <a:r>
              <a:rPr lang="en-US" dirty="0"/>
              <a:t>Add in eq and hash functions</a:t>
            </a:r>
          </a:p>
          <a:p>
            <a:pPr lvl="1"/>
            <a:r>
              <a:rPr lang="en-US" dirty="0"/>
              <a:t>Will now need to “search for owner” and if none exists then create new owner</a:t>
            </a:r>
          </a:p>
          <a:p>
            <a:r>
              <a:rPr lang="en-US" dirty="0"/>
              <a:t>Modify operations for Bank Accounts</a:t>
            </a:r>
          </a:p>
          <a:p>
            <a:pPr lvl="1"/>
            <a:r>
              <a:rPr lang="en-US" dirty="0"/>
              <a:t>Modify owners of accounts – add more than one.</a:t>
            </a:r>
          </a:p>
          <a:p>
            <a:r>
              <a:rPr lang="en-US" dirty="0"/>
              <a:t>Modify operations for owners – names, contact info, etc.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31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AD5A-EBBA-A9ED-C4B3-9C28CDFCF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Comprehensions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F685A-989E-5044-21F5-70C8971F2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081791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2D723-CB36-E904-4C77-C5C6F5D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comprehensions?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2B9BA-1702-75AE-16D6-69F623656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your program grows, you will often find yourself writing loops that</a:t>
            </a:r>
          </a:p>
          <a:p>
            <a:pPr lvl="1"/>
            <a:r>
              <a:rPr lang="en-US" dirty="0"/>
              <a:t>build a new list based on an existing one</a:t>
            </a:r>
          </a:p>
          <a:p>
            <a:pPr lvl="1"/>
            <a:r>
              <a:rPr lang="en-US" dirty="0"/>
              <a:t>filter items according to some condition</a:t>
            </a:r>
          </a:p>
          <a:p>
            <a:pPr lvl="1"/>
            <a:r>
              <a:rPr lang="en-US" dirty="0"/>
              <a:t>transform values into a different shape</a:t>
            </a:r>
          </a:p>
          <a:p>
            <a:r>
              <a:rPr lang="en-US" dirty="0"/>
              <a:t>Python provides comprehensions as a concise way to express these patterns</a:t>
            </a:r>
          </a:p>
          <a:p>
            <a:r>
              <a:rPr lang="en-US" dirty="0"/>
              <a:t>A comprehension combines a loop and optional condition into a single expression</a:t>
            </a:r>
          </a:p>
          <a:p>
            <a:r>
              <a:rPr lang="en-US" dirty="0"/>
              <a:t>You can always still use loops, but comprehensions are often clearer for syntax reading</a:t>
            </a:r>
          </a:p>
          <a:p>
            <a:r>
              <a:rPr lang="en-US" dirty="0"/>
              <a:t>Think of these as “Take each item ‘x’ from this collection, maybe filter it, and build a new collection from the results.”</a:t>
            </a:r>
          </a:p>
        </p:txBody>
      </p:sp>
    </p:spTree>
    <p:extLst>
      <p:ext uri="{BB962C8B-B14F-4D97-AF65-F5344CB8AC3E}">
        <p14:creationId xmlns:p14="http://schemas.microsoft.com/office/powerpoint/2010/main" val="23545892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4658-CC31-D48F-F0DD-09D56E44D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96D17-C7CC-1137-9412-0D78716140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If we take a traditional loop we can easily loop through and append it </a:t>
            </a:r>
            <a:r>
              <a:rPr lang="en-US" dirty="0" err="1"/>
              <a:t>ot</a:t>
            </a:r>
            <a:r>
              <a:rPr lang="en-US" dirty="0"/>
              <a:t> a list</a:t>
            </a:r>
          </a:p>
          <a:p>
            <a:r>
              <a:rPr lang="en-US" dirty="0"/>
              <a:t>But if we convert it to a comprehension we get a simple one line of code.</a:t>
            </a:r>
          </a:p>
          <a:p>
            <a:r>
              <a:rPr lang="en-US" dirty="0"/>
              <a:t>General pattern is: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396A6-17E3-9120-ECCD-1796524F5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6019798" cy="414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squares = []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 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 </a:t>
            </a:r>
            <a:r>
              <a:rPr lang="en-US" sz="20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 </a:t>
            </a:r>
            <a:r>
              <a:rPr lang="en-US" sz="2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range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(1, 6):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squares.append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(n * n)</a:t>
            </a:r>
          </a:p>
          <a:p>
            <a:pPr marL="0" indent="0">
              <a:buNone/>
            </a:pPr>
            <a:endParaRPr lang="en-US" sz="20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squares = [n * n </a:t>
            </a:r>
            <a:r>
              <a:rPr lang="en-US" sz="20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 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 </a:t>
            </a:r>
            <a:r>
              <a:rPr lang="en-US" sz="20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 </a:t>
            </a:r>
            <a:r>
              <a:rPr lang="en-US" sz="2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range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(1, 6)]</a:t>
            </a:r>
          </a:p>
          <a:p>
            <a:pPr marL="0" indent="0">
              <a:buNone/>
            </a:pPr>
            <a:endParaRPr lang="en-US" sz="20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[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new_value_exp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77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 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item </a:t>
            </a:r>
            <a:r>
              <a:rPr lang="en-US" sz="2000" b="1" dirty="0">
                <a:solidFill>
                  <a:srgbClr val="FF77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 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iterable]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92436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E9D52-B652-F104-C60A-481516C12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with comprehensions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FC474-26C5-886C-F439-A9E70ACBD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314" y="1735455"/>
            <a:ext cx="4418246" cy="4143375"/>
          </a:xfrm>
        </p:spPr>
        <p:txBody>
          <a:bodyPr/>
          <a:lstStyle/>
          <a:p>
            <a:r>
              <a:rPr lang="en-US" dirty="0"/>
              <a:t>If you want to filter out via a condition you can add in an if clause</a:t>
            </a:r>
          </a:p>
          <a:p>
            <a:r>
              <a:rPr lang="en-US" dirty="0"/>
              <a:t>Using a loop you have several lines</a:t>
            </a:r>
          </a:p>
          <a:p>
            <a:r>
              <a:rPr lang="en-US" dirty="0"/>
              <a:t>Using a comprehension you can put it all in one</a:t>
            </a:r>
          </a:p>
          <a:p>
            <a:r>
              <a:rPr lang="en-US" dirty="0"/>
              <a:t>Here is a real world example getting a list of active emails only if a ‘active’ attribute is True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D5F1D-BBC8-D5A7-C8D0-C3635CAB0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05588" y="1911561"/>
            <a:ext cx="7543798" cy="414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evens = []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 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 </a:t>
            </a:r>
            <a:r>
              <a:rPr lang="en-US" sz="18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 </a:t>
            </a:r>
            <a:r>
              <a:rPr lang="en-US" sz="18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range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(20):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8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 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 % 2 == 0: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evens.append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(n)</a:t>
            </a:r>
          </a:p>
          <a:p>
            <a:pPr marL="0" indent="0">
              <a:buNone/>
            </a:pP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evens = [n </a:t>
            </a:r>
            <a:r>
              <a:rPr lang="en-US" sz="18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 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 </a:t>
            </a:r>
            <a:r>
              <a:rPr lang="en-US" sz="18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 </a:t>
            </a:r>
            <a:r>
              <a:rPr lang="en-US" sz="18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range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(20) </a:t>
            </a:r>
            <a:r>
              <a:rPr lang="en-US" sz="18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 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 % 2 == 0]</a:t>
            </a:r>
          </a:p>
          <a:p>
            <a:pPr marL="0" indent="0">
              <a:buNone/>
            </a:pP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active_emails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[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u.email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 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 </a:t>
            </a:r>
            <a:r>
              <a:rPr lang="en-US" sz="18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 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users </a:t>
            </a:r>
            <a:r>
              <a:rPr lang="en-US" sz="18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u.active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924181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EFDC-B8D6-9ABD-158B-B2D84A2E8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a value (calculating)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EEE24-82EE-CA92-6C0B-AE36562068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Reducing means you calculate a value form a list</a:t>
            </a:r>
          </a:p>
          <a:p>
            <a:pPr lvl="1"/>
            <a:r>
              <a:rPr lang="en-US" dirty="0"/>
              <a:t>Like totally up a value</a:t>
            </a:r>
          </a:p>
          <a:p>
            <a:pPr lvl="1"/>
            <a:r>
              <a:rPr lang="en-US" dirty="0"/>
              <a:t>Min/Max of a value</a:t>
            </a:r>
          </a:p>
          <a:p>
            <a:endParaRPr lang="en-US" dirty="0"/>
          </a:p>
          <a:p>
            <a:r>
              <a:rPr lang="en-US" dirty="0"/>
              <a:t>Here we get a new list of just the prices of an object as a list, then send it to the sum()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2F9BA-D43E-4FAF-65CA-D7BA7502F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931746" cy="4502785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Product: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__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__(</a:t>
            </a:r>
            <a:r>
              <a:rPr lang="en-US" sz="2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name, price):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.name = name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0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.price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price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items = [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Product(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"Pen"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1.50),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Product(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"Notebook"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4.25),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Product(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"Marker"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2.00)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total = </a:t>
            </a:r>
            <a:r>
              <a:rPr lang="en-US" sz="2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sum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([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p.price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p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items])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</a:t>
            </a:r>
            <a:r>
              <a:rPr lang="en-US" sz="20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7.75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537323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2E8C1-C8CC-DBB8-361A-FDCEB63B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Comprehensions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18029-4615-C7BA-C414-6455157C8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0475" y="1552575"/>
            <a:ext cx="4843272" cy="4143375"/>
          </a:xfrm>
        </p:spPr>
        <p:txBody>
          <a:bodyPr/>
          <a:lstStyle/>
          <a:p>
            <a:r>
              <a:rPr lang="en-US" dirty="0"/>
              <a:t>You can also build dictionaries using comprehensions</a:t>
            </a:r>
          </a:p>
          <a:p>
            <a:r>
              <a:rPr lang="en-US" dirty="0"/>
              <a:t>Great for transforming keyed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48D11-DFB5-2AFA-6ACF-459E4C729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3786" y="3233737"/>
            <a:ext cx="11306387" cy="4143375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prices = {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"apple"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1.50, 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"banana"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0.75, 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"cherry"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r>
              <a:rPr lang="en-US" sz="20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2.00}</a:t>
            </a:r>
            <a:b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DD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apply 7% tax</a:t>
            </a:r>
            <a:b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prices_with_tax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{name: price * 1.07 </a:t>
            </a:r>
            <a:r>
              <a:rPr lang="en-US" sz="20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 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name, price </a:t>
            </a:r>
            <a:r>
              <a:rPr lang="en-US" sz="20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prices.items</a:t>
            </a:r>
            <a:r>
              <a:rPr lang="en-US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()}</a:t>
            </a:r>
            <a:br>
              <a:rPr lang="en-US" sz="2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464372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8A677-9858-BB1D-AD3F-9E9C2606D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Comprehensions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9A0A5-BA1C-F5D6-CCF6-0622FB2A3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1782" y="1627081"/>
            <a:ext cx="4843272" cy="4143375"/>
          </a:xfrm>
        </p:spPr>
        <p:txBody>
          <a:bodyPr/>
          <a:lstStyle/>
          <a:p>
            <a:r>
              <a:rPr lang="en-US" dirty="0"/>
              <a:t>Same as we do with lists except we don’t use square brackets</a:t>
            </a:r>
          </a:p>
          <a:p>
            <a:r>
              <a:rPr lang="en-US" dirty="0"/>
              <a:t>Use curly brackets to wrap the comprehension 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0E893-7896-BCA7-FAF1-A7438D5F1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82922" y="2094442"/>
            <a:ext cx="7686038" cy="414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words = [</a:t>
            </a:r>
            <a:r>
              <a:rPr lang="en-US" sz="18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"hi"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"hello"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18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"hey"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1800" b="1" dirty="0">
                <a:solidFill>
                  <a:srgbClr val="00AA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"hi"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unique_lengths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{</a:t>
            </a:r>
            <a:r>
              <a:rPr lang="en-US" sz="18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len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(word) </a:t>
            </a:r>
            <a:r>
              <a:rPr lang="en-US" sz="18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 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word </a:t>
            </a:r>
            <a:r>
              <a:rPr lang="en-US" sz="1800" b="1" dirty="0">
                <a:solidFill>
                  <a:srgbClr val="FF77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 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words}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925091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FCBE1-6234-48E1-E9E7-3476DD655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comprehensions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20964-5FB3-6CA9-E7BD-B380D08C9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aren’t required, you can always use for loops and append</a:t>
            </a:r>
          </a:p>
          <a:p>
            <a:r>
              <a:rPr lang="en-US" dirty="0"/>
              <a:t>However, they are great when you want to</a:t>
            </a:r>
          </a:p>
          <a:p>
            <a:pPr lvl="1"/>
            <a:r>
              <a:rPr lang="en-US" dirty="0"/>
              <a:t>Clearly show that you’re building a new collection</a:t>
            </a:r>
          </a:p>
          <a:p>
            <a:pPr lvl="1"/>
            <a:r>
              <a:rPr lang="en-US" dirty="0"/>
              <a:t>Perform simple transformations or filtering in one place</a:t>
            </a:r>
          </a:p>
          <a:p>
            <a:pPr lvl="1"/>
            <a:r>
              <a:rPr lang="en-US" dirty="0"/>
              <a:t>Keep code compact without sacrificing clarity</a:t>
            </a:r>
          </a:p>
          <a:p>
            <a:r>
              <a:rPr lang="en-US" dirty="0"/>
              <a:t>If the logic is simple and fits on one readable line use a comprehension</a:t>
            </a:r>
          </a:p>
          <a:p>
            <a:r>
              <a:rPr lang="en-US" dirty="0"/>
              <a:t>If the logic is complex or involves many steps use a regular loop</a:t>
            </a:r>
          </a:p>
          <a:p>
            <a:r>
              <a:rPr lang="en-US" dirty="0"/>
              <a:t>Comprehensions are one of the “Pythonic” tools unique to Python that separates it from </a:t>
            </a:r>
            <a:r>
              <a:rPr lang="en-US"/>
              <a:t>other languages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566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4B8B-D2DA-DA53-12F6-0955EECCE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Coding Example </a:t>
            </a:r>
            <a:r>
              <a:rPr lang="en-US"/>
              <a:t>- Comprehensions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92505-4E0A-1E71-370E-B3C1B23CD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Additional Changes done:</a:t>
            </a:r>
          </a:p>
          <a:p>
            <a:pPr lvl="1"/>
            <a:r>
              <a:rPr lang="en-US" dirty="0"/>
              <a:t>Created a Transaction object, put this as a list on the bank account</a:t>
            </a:r>
          </a:p>
          <a:p>
            <a:pPr lvl="1"/>
            <a:r>
              <a:rPr lang="en-US" dirty="0"/>
              <a:t>Tracks debit and credits with dates and money spent/received.</a:t>
            </a:r>
          </a:p>
          <a:p>
            <a:pPr lvl="1"/>
            <a:r>
              <a:rPr lang="en-US" dirty="0"/>
              <a:t>Uses </a:t>
            </a:r>
            <a:r>
              <a:rPr lang="en-US" dirty="0" err="1"/>
              <a:t>enum</a:t>
            </a:r>
            <a:r>
              <a:rPr lang="en-US" dirty="0"/>
              <a:t> for type of transaction to look through all of one type.</a:t>
            </a:r>
          </a:p>
          <a:p>
            <a:r>
              <a:rPr lang="en-US" dirty="0"/>
              <a:t>Lots of things we can use comprehensions for</a:t>
            </a:r>
          </a:p>
          <a:p>
            <a:pPr lvl="1"/>
            <a:r>
              <a:rPr lang="en-US" dirty="0"/>
              <a:t>Filter through transactions using enumerations</a:t>
            </a:r>
          </a:p>
          <a:p>
            <a:pPr lvl="1"/>
            <a:r>
              <a:rPr lang="en-US" dirty="0"/>
              <a:t>Filter through transactions over timelines</a:t>
            </a:r>
          </a:p>
          <a:p>
            <a:pPr lvl="2"/>
            <a:r>
              <a:rPr lang="en-US" dirty="0"/>
              <a:t>Year</a:t>
            </a:r>
          </a:p>
          <a:p>
            <a:pPr lvl="2"/>
            <a:r>
              <a:rPr lang="en-US" dirty="0"/>
              <a:t>Month</a:t>
            </a:r>
          </a:p>
          <a:p>
            <a:pPr lvl="2"/>
            <a:r>
              <a:rPr lang="en-US" dirty="0"/>
              <a:t>Days/Week</a:t>
            </a:r>
          </a:p>
          <a:p>
            <a:pPr lvl="1"/>
            <a:r>
              <a:rPr lang="en-US" dirty="0"/>
              <a:t>Total up a list of transactions</a:t>
            </a:r>
          </a:p>
        </p:txBody>
      </p:sp>
    </p:spTree>
    <p:extLst>
      <p:ext uri="{BB962C8B-B14F-4D97-AF65-F5344CB8AC3E}">
        <p14:creationId xmlns:p14="http://schemas.microsoft.com/office/powerpoint/2010/main" val="3204180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4408313d-b437-4f49-9134-0613b1cf82e0">5K6DURXD36E5-1034-11</_dlc_DocId>
    <_dlc_DocIdUrl xmlns="4408313d-b437-4f49-9134-0613b1cf82e0">
      <Url>https://myway.mccneb.edu/employees/Departments/marketing/_layouts/15/DocIdRedir.aspx?ID=5K6DURXD36E5-1034-11</Url>
      <Description>5K6DURXD36E5-1034-11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341166D007A44F96DAB297EB9286AE" ma:contentTypeVersion="1" ma:contentTypeDescription="Create a new document." ma:contentTypeScope="" ma:versionID="b480b76c1a13d0cb60d9fa02ce9cfa12">
  <xsd:schema xmlns:xsd="http://www.w3.org/2001/XMLSchema" xmlns:xs="http://www.w3.org/2001/XMLSchema" xmlns:p="http://schemas.microsoft.com/office/2006/metadata/properties" xmlns:ns1="http://schemas.microsoft.com/sharepoint/v3" xmlns:ns2="4408313d-b437-4f49-9134-0613b1cf82e0" targetNamespace="http://schemas.microsoft.com/office/2006/metadata/properties" ma:root="true" ma:fieldsID="7e1a49c581aee02705c497c71c6a3062" ns1:_="" ns2:_="">
    <xsd:import namespace="http://schemas.microsoft.com/sharepoint/v3"/>
    <xsd:import namespace="4408313d-b437-4f49-9134-0613b1cf82e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8313d-b437-4f49-9134-0613b1cf82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7AA46240-6986-4B9C-B1FF-32FBEE40E0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4BA48C2-912C-4BF9-9AD3-31CDA2E37A00}">
  <ds:schemaRefs>
    <ds:schemaRef ds:uri="4408313d-b437-4f49-9134-0613b1cf82e0"/>
    <ds:schemaRef ds:uri="http://schemas.microsoft.com/sharepoint/v3"/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A61AA4B-2C2A-4993-9592-F7FC50101C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408313d-b437-4f49-9134-0613b1cf82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B64BA4CB-1A05-46BE-B2E1-F56C6161E1AA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2863</TotalTime>
  <Words>4146</Words>
  <Application>Microsoft Office PowerPoint</Application>
  <PresentationFormat>Widescreen</PresentationFormat>
  <Paragraphs>379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Adobe Garamond Pro</vt:lpstr>
      <vt:lpstr>Arial</vt:lpstr>
      <vt:lpstr>Calibri</vt:lpstr>
      <vt:lpstr>Cambria</vt:lpstr>
      <vt:lpstr>Consolas</vt:lpstr>
      <vt:lpstr>Courier New</vt:lpstr>
      <vt:lpstr>Intro Bold</vt:lpstr>
      <vt:lpstr>Intro Light</vt:lpstr>
      <vt:lpstr>Wingdings</vt:lpstr>
      <vt:lpstr>Office Theme</vt:lpstr>
      <vt:lpstr>Data Structures and Comprehensions</vt:lpstr>
      <vt:lpstr>Lists and Tuples</vt:lpstr>
      <vt:lpstr>What are lists?</vt:lpstr>
      <vt:lpstr>List Slices</vt:lpstr>
      <vt:lpstr>Looping and Membership</vt:lpstr>
      <vt:lpstr>Methods of Lists</vt:lpstr>
      <vt:lpstr>Concatenating and Repeating Lists</vt:lpstr>
      <vt:lpstr>2-Dimensional lists</vt:lpstr>
      <vt:lpstr>Rectangle 2D List – known data</vt:lpstr>
      <vt:lpstr>Other things for 2D lists</vt:lpstr>
      <vt:lpstr>What are tuples?</vt:lpstr>
      <vt:lpstr>Creating and Using Tuples</vt:lpstr>
      <vt:lpstr>Dictionary and Sets</vt:lpstr>
      <vt:lpstr>Dictionary Review</vt:lpstr>
      <vt:lpstr>Basic Dictionary Operations</vt:lpstr>
      <vt:lpstr>Helpful Methods and Looping Through</vt:lpstr>
      <vt:lpstr>Dictionary creation</vt:lpstr>
      <vt:lpstr>__dict__ dunder method</vt:lpstr>
      <vt:lpstr>What are sets?</vt:lpstr>
      <vt:lpstr>Why Sets and Operations</vt:lpstr>
      <vt:lpstr>Sets and Dictionaries with custom objects</vt:lpstr>
      <vt:lpstr>Converting Between Data Structures</vt:lpstr>
      <vt:lpstr>Constructor function</vt:lpstr>
      <vt:lpstr>Python Function for Data Structures</vt:lpstr>
      <vt:lpstr>Some functions</vt:lpstr>
      <vt:lpstr>Sorting and Boolean Values</vt:lpstr>
      <vt:lpstr>Coding Example – Bank Account Updates</vt:lpstr>
      <vt:lpstr>Comprehensions</vt:lpstr>
      <vt:lpstr>What are comprehensions?</vt:lpstr>
      <vt:lpstr>Core idea</vt:lpstr>
      <vt:lpstr>Filtering with comprehensions</vt:lpstr>
      <vt:lpstr>Reducing a value (calculating)</vt:lpstr>
      <vt:lpstr>Dictionary Comprehensions</vt:lpstr>
      <vt:lpstr>Set Comprehensions</vt:lpstr>
      <vt:lpstr>When to use comprehensions</vt:lpstr>
      <vt:lpstr>Coding Example - Comprehensions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Hartman, Lucas</dc:creator>
  <cp:lastModifiedBy>Hartman, Lucas</cp:lastModifiedBy>
  <cp:revision>26</cp:revision>
  <dcterms:created xsi:type="dcterms:W3CDTF">2022-06-09T19:09:31Z</dcterms:created>
  <dcterms:modified xsi:type="dcterms:W3CDTF">2026-04-16T19:44:12Z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0x0101006B341166D007A44F96DAB297EB9286AE</vt:lpwstr>
  </property>
  <property fmtid="{D5CDD505-2E9C-101B-9397-08002B2CF9AE}" pid="3" name="_dlc_DocIdItemGuid">
    <vt:lpwstr>b616e4c7-a5d0-45d1-a2b2-69c0143a48ff</vt:lpwstr>
  </property>
</Properties>
</file>