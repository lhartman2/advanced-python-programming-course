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28"/>
  </p:notesMasterIdLst>
  <p:sldIdLst>
    <p:sldId id="256" r:id="rId6"/>
    <p:sldId id="299" r:id="rId7"/>
    <p:sldId id="302" r:id="rId8"/>
    <p:sldId id="303" r:id="rId9"/>
    <p:sldId id="300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7" r:id="rId19"/>
    <p:sldId id="301" r:id="rId20"/>
    <p:sldId id="313" r:id="rId21"/>
    <p:sldId id="316" r:id="rId22"/>
    <p:sldId id="318" r:id="rId23"/>
    <p:sldId id="312" r:id="rId24"/>
    <p:sldId id="314" r:id="rId25"/>
    <p:sldId id="315" r:id="rId26"/>
    <p:sldId id="31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BD"/>
    <a:srgbClr val="00AEEF"/>
    <a:srgbClr val="009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53BCDD-82EB-4870-A176-0F18B632B238}" v="3" dt="2025-11-11T16:03:52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79075" autoAdjust="0"/>
  </p:normalViewPr>
  <p:slideViewPr>
    <p:cSldViewPr snapToGrid="0">
      <p:cViewPr varScale="1">
        <p:scale>
          <a:sx n="87" d="100"/>
          <a:sy n="87" d="100"/>
        </p:scale>
        <p:origin x="70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man, Lucas" userId="54df504d-6b26-4972-93dd-c21e09d4490b" providerId="ADAL" clId="{DA797BB2-F189-4808-BF03-EC6D040664BC}"/>
    <pc:docChg chg="undo redo custSel addSld delSld modSld sldOrd">
      <pc:chgData name="Hartman, Lucas" userId="54df504d-6b26-4972-93dd-c21e09d4490b" providerId="ADAL" clId="{DA797BB2-F189-4808-BF03-EC6D040664BC}" dt="2025-11-11T18:50:35.261" v="35685" actId="20577"/>
      <pc:docMkLst>
        <pc:docMk/>
      </pc:docMkLst>
      <pc:sldChg chg="modSp mod">
        <pc:chgData name="Hartman, Lucas" userId="54df504d-6b26-4972-93dd-c21e09d4490b" providerId="ADAL" clId="{DA797BB2-F189-4808-BF03-EC6D040664BC}" dt="2025-11-11T16:20:06.738" v="35669" actId="20577"/>
        <pc:sldMkLst>
          <pc:docMk/>
          <pc:sldMk cId="2520530202" sldId="256"/>
        </pc:sldMkLst>
        <pc:spChg chg="mod">
          <ac:chgData name="Hartman, Lucas" userId="54df504d-6b26-4972-93dd-c21e09d4490b" providerId="ADAL" clId="{DA797BB2-F189-4808-BF03-EC6D040664BC}" dt="2025-10-15T19:46:45.487" v="25289" actId="20577"/>
          <ac:spMkLst>
            <pc:docMk/>
            <pc:sldMk cId="2520530202" sldId="256"/>
            <ac:spMk id="2" creationId="{589DB60D-668E-44FF-BA61-B56EE8830DC2}"/>
          </ac:spMkLst>
        </pc:spChg>
        <pc:spChg chg="mod">
          <ac:chgData name="Hartman, Lucas" userId="54df504d-6b26-4972-93dd-c21e09d4490b" providerId="ADAL" clId="{DA797BB2-F189-4808-BF03-EC6D040664BC}" dt="2025-11-11T16:20:06.738" v="35669" actId="20577"/>
          <ac:spMkLst>
            <pc:docMk/>
            <pc:sldMk cId="2520530202" sldId="256"/>
            <ac:spMk id="3" creationId="{4A182FC2-B1F9-4263-A786-D0159CDB7DB7}"/>
          </ac:spMkLst>
        </pc:spChg>
      </pc:sldChg>
      <pc:sldChg chg="modSp new mod">
        <pc:chgData name="Hartman, Lucas" userId="54df504d-6b26-4972-93dd-c21e09d4490b" providerId="ADAL" clId="{DA797BB2-F189-4808-BF03-EC6D040664BC}" dt="2025-10-16T16:25:22.868" v="25316" actId="20577"/>
        <pc:sldMkLst>
          <pc:docMk/>
          <pc:sldMk cId="896613802" sldId="299"/>
        </pc:sldMkLst>
        <pc:spChg chg="mod">
          <ac:chgData name="Hartman, Lucas" userId="54df504d-6b26-4972-93dd-c21e09d4490b" providerId="ADAL" clId="{DA797BB2-F189-4808-BF03-EC6D040664BC}" dt="2025-10-16T16:25:20.345" v="25307" actId="20577"/>
          <ac:spMkLst>
            <pc:docMk/>
            <pc:sldMk cId="896613802" sldId="299"/>
            <ac:spMk id="2" creationId="{FF65B78B-5159-7BF6-A4D1-0B9CFF53291A}"/>
          </ac:spMkLst>
        </pc:spChg>
        <pc:spChg chg="mod">
          <ac:chgData name="Hartman, Lucas" userId="54df504d-6b26-4972-93dd-c21e09d4490b" providerId="ADAL" clId="{DA797BB2-F189-4808-BF03-EC6D040664BC}" dt="2025-10-16T16:25:22.868" v="25316" actId="20577"/>
          <ac:spMkLst>
            <pc:docMk/>
            <pc:sldMk cId="896613802" sldId="299"/>
            <ac:spMk id="3" creationId="{9DDA35F0-FD25-72C1-225A-4E8EEA104A42}"/>
          </ac:spMkLst>
        </pc:spChg>
      </pc:sldChg>
      <pc:sldChg chg="modSp new mod ord">
        <pc:chgData name="Hartman, Lucas" userId="54df504d-6b26-4972-93dd-c21e09d4490b" providerId="ADAL" clId="{DA797BB2-F189-4808-BF03-EC6D040664BC}" dt="2025-10-16T16:45:43.846" v="28453"/>
        <pc:sldMkLst>
          <pc:docMk/>
          <pc:sldMk cId="481370312" sldId="300"/>
        </pc:sldMkLst>
        <pc:spChg chg="mod">
          <ac:chgData name="Hartman, Lucas" userId="54df504d-6b26-4972-93dd-c21e09d4490b" providerId="ADAL" clId="{DA797BB2-F189-4808-BF03-EC6D040664BC}" dt="2025-10-16T16:25:33.130" v="25338" actId="20577"/>
          <ac:spMkLst>
            <pc:docMk/>
            <pc:sldMk cId="481370312" sldId="300"/>
            <ac:spMk id="2" creationId="{E7A8DFAB-FDDC-8E97-CF30-88C835414875}"/>
          </ac:spMkLst>
        </pc:spChg>
        <pc:spChg chg="mod">
          <ac:chgData name="Hartman, Lucas" userId="54df504d-6b26-4972-93dd-c21e09d4490b" providerId="ADAL" clId="{DA797BB2-F189-4808-BF03-EC6D040664BC}" dt="2025-10-16T16:25:35.424" v="25347" actId="20577"/>
          <ac:spMkLst>
            <pc:docMk/>
            <pc:sldMk cId="481370312" sldId="300"/>
            <ac:spMk id="3" creationId="{3FED3ECE-95E9-152F-6406-EB6F3C34A197}"/>
          </ac:spMkLst>
        </pc:spChg>
      </pc:sldChg>
      <pc:sldChg chg="modSp new mod">
        <pc:chgData name="Hartman, Lucas" userId="54df504d-6b26-4972-93dd-c21e09d4490b" providerId="ADAL" clId="{DA797BB2-F189-4808-BF03-EC6D040664BC}" dt="2025-10-16T16:25:56.808" v="25372" actId="20577"/>
        <pc:sldMkLst>
          <pc:docMk/>
          <pc:sldMk cId="2569596069" sldId="301"/>
        </pc:sldMkLst>
        <pc:spChg chg="mod">
          <ac:chgData name="Hartman, Lucas" userId="54df504d-6b26-4972-93dd-c21e09d4490b" providerId="ADAL" clId="{DA797BB2-F189-4808-BF03-EC6D040664BC}" dt="2025-10-16T16:25:53.529" v="25363" actId="20577"/>
          <ac:spMkLst>
            <pc:docMk/>
            <pc:sldMk cId="2569596069" sldId="301"/>
            <ac:spMk id="2" creationId="{4FFDB39D-9CC1-D93C-5D3C-743F5E420100}"/>
          </ac:spMkLst>
        </pc:spChg>
        <pc:spChg chg="mod">
          <ac:chgData name="Hartman, Lucas" userId="54df504d-6b26-4972-93dd-c21e09d4490b" providerId="ADAL" clId="{DA797BB2-F189-4808-BF03-EC6D040664BC}" dt="2025-10-16T16:25:56.808" v="25372" actId="20577"/>
          <ac:spMkLst>
            <pc:docMk/>
            <pc:sldMk cId="2569596069" sldId="301"/>
            <ac:spMk id="3" creationId="{94F3A38D-0AA8-FEAD-0E11-7A59085883A8}"/>
          </ac:spMkLst>
        </pc:spChg>
      </pc:sldChg>
      <pc:sldChg chg="modSp new mod">
        <pc:chgData name="Hartman, Lucas" userId="54df504d-6b26-4972-93dd-c21e09d4490b" providerId="ADAL" clId="{DA797BB2-F189-4808-BF03-EC6D040664BC}" dt="2025-10-16T16:28:18.730" v="25863" actId="20577"/>
        <pc:sldMkLst>
          <pc:docMk/>
          <pc:sldMk cId="2507386920" sldId="302"/>
        </pc:sldMkLst>
        <pc:spChg chg="mod">
          <ac:chgData name="Hartman, Lucas" userId="54df504d-6b26-4972-93dd-c21e09d4490b" providerId="ADAL" clId="{DA797BB2-F189-4808-BF03-EC6D040664BC}" dt="2025-10-16T16:26:35.624" v="25399" actId="20577"/>
          <ac:spMkLst>
            <pc:docMk/>
            <pc:sldMk cId="2507386920" sldId="302"/>
            <ac:spMk id="2" creationId="{8901C513-F75E-D2F1-3CC2-D8BD6FD23490}"/>
          </ac:spMkLst>
        </pc:spChg>
        <pc:spChg chg="mod">
          <ac:chgData name="Hartman, Lucas" userId="54df504d-6b26-4972-93dd-c21e09d4490b" providerId="ADAL" clId="{DA797BB2-F189-4808-BF03-EC6D040664BC}" dt="2025-10-16T16:28:18.730" v="25863" actId="20577"/>
          <ac:spMkLst>
            <pc:docMk/>
            <pc:sldMk cId="2507386920" sldId="302"/>
            <ac:spMk id="3" creationId="{DEC3FA8B-B9DB-3F33-47C2-D66DF6320744}"/>
          </ac:spMkLst>
        </pc:spChg>
        <pc:spChg chg="mod">
          <ac:chgData name="Hartman, Lucas" userId="54df504d-6b26-4972-93dd-c21e09d4490b" providerId="ADAL" clId="{DA797BB2-F189-4808-BF03-EC6D040664BC}" dt="2025-10-16T16:28:04.860" v="25844"/>
          <ac:spMkLst>
            <pc:docMk/>
            <pc:sldMk cId="2507386920" sldId="302"/>
            <ac:spMk id="4" creationId="{34695C82-4422-FEC6-8D23-D25012444370}"/>
          </ac:spMkLst>
        </pc:spChg>
      </pc:sldChg>
      <pc:sldChg chg="modSp new mod">
        <pc:chgData name="Hartman, Lucas" userId="54df504d-6b26-4972-93dd-c21e09d4490b" providerId="ADAL" clId="{DA797BB2-F189-4808-BF03-EC6D040664BC}" dt="2025-11-11T15:56:38.929" v="35509" actId="313"/>
        <pc:sldMkLst>
          <pc:docMk/>
          <pc:sldMk cId="1909021850" sldId="303"/>
        </pc:sldMkLst>
        <pc:spChg chg="mod">
          <ac:chgData name="Hartman, Lucas" userId="54df504d-6b26-4972-93dd-c21e09d4490b" providerId="ADAL" clId="{DA797BB2-F189-4808-BF03-EC6D040664BC}" dt="2025-10-16T16:32:36.739" v="26529" actId="20577"/>
          <ac:spMkLst>
            <pc:docMk/>
            <pc:sldMk cId="1909021850" sldId="303"/>
            <ac:spMk id="2" creationId="{F79C4C42-1E6D-33D3-E783-5DEAABD345C5}"/>
          </ac:spMkLst>
        </pc:spChg>
        <pc:spChg chg="mod">
          <ac:chgData name="Hartman, Lucas" userId="54df504d-6b26-4972-93dd-c21e09d4490b" providerId="ADAL" clId="{DA797BB2-F189-4808-BF03-EC6D040664BC}" dt="2025-11-11T15:56:38.929" v="35509" actId="313"/>
          <ac:spMkLst>
            <pc:docMk/>
            <pc:sldMk cId="1909021850" sldId="303"/>
            <ac:spMk id="3" creationId="{26FD40A2-95D1-1E85-A534-129082F019F7}"/>
          </ac:spMkLst>
        </pc:spChg>
        <pc:spChg chg="mod">
          <ac:chgData name="Hartman, Lucas" userId="54df504d-6b26-4972-93dd-c21e09d4490b" providerId="ADAL" clId="{DA797BB2-F189-4808-BF03-EC6D040664BC}" dt="2025-10-16T16:32:19.422" v="26482" actId="255"/>
          <ac:spMkLst>
            <pc:docMk/>
            <pc:sldMk cId="1909021850" sldId="303"/>
            <ac:spMk id="4" creationId="{EB4CEC89-57B2-E9EE-2E9A-5946A24AAB7B}"/>
          </ac:spMkLst>
        </pc:spChg>
      </pc:sldChg>
      <pc:sldChg chg="modSp new mod">
        <pc:chgData name="Hartman, Lucas" userId="54df504d-6b26-4972-93dd-c21e09d4490b" providerId="ADAL" clId="{DA797BB2-F189-4808-BF03-EC6D040664BC}" dt="2025-11-11T15:56:54.146" v="35513" actId="313"/>
        <pc:sldMkLst>
          <pc:docMk/>
          <pc:sldMk cId="2324313175" sldId="304"/>
        </pc:sldMkLst>
        <pc:spChg chg="mod">
          <ac:chgData name="Hartman, Lucas" userId="54df504d-6b26-4972-93dd-c21e09d4490b" providerId="ADAL" clId="{DA797BB2-F189-4808-BF03-EC6D040664BC}" dt="2025-10-16T16:35:10.095" v="27021" actId="27636"/>
          <ac:spMkLst>
            <pc:docMk/>
            <pc:sldMk cId="2324313175" sldId="304"/>
            <ac:spMk id="2" creationId="{8461A593-14A6-11FF-C300-41B7D56A36FA}"/>
          </ac:spMkLst>
        </pc:spChg>
        <pc:spChg chg="mod">
          <ac:chgData name="Hartman, Lucas" userId="54df504d-6b26-4972-93dd-c21e09d4490b" providerId="ADAL" clId="{DA797BB2-F189-4808-BF03-EC6D040664BC}" dt="2025-11-11T15:56:54.146" v="35513" actId="313"/>
          <ac:spMkLst>
            <pc:docMk/>
            <pc:sldMk cId="2324313175" sldId="304"/>
            <ac:spMk id="3" creationId="{08760D1B-84D7-DEB5-84ED-F1D6AA0F2006}"/>
          </ac:spMkLst>
        </pc:spChg>
        <pc:spChg chg="mod">
          <ac:chgData name="Hartman, Lucas" userId="54df504d-6b26-4972-93dd-c21e09d4490b" providerId="ADAL" clId="{DA797BB2-F189-4808-BF03-EC6D040664BC}" dt="2025-10-16T16:34:40.456" v="26959" actId="27636"/>
          <ac:spMkLst>
            <pc:docMk/>
            <pc:sldMk cId="2324313175" sldId="304"/>
            <ac:spMk id="4" creationId="{949657F5-7EB0-20B3-B9C6-A17DF8671E60}"/>
          </ac:spMkLst>
        </pc:spChg>
      </pc:sldChg>
      <pc:sldChg chg="addSp delSp modSp new mod">
        <pc:chgData name="Hartman, Lucas" userId="54df504d-6b26-4972-93dd-c21e09d4490b" providerId="ADAL" clId="{DA797BB2-F189-4808-BF03-EC6D040664BC}" dt="2025-11-11T15:57:21.530" v="35514" actId="20578"/>
        <pc:sldMkLst>
          <pc:docMk/>
          <pc:sldMk cId="63587328" sldId="305"/>
        </pc:sldMkLst>
        <pc:spChg chg="mod">
          <ac:chgData name="Hartman, Lucas" userId="54df504d-6b26-4972-93dd-c21e09d4490b" providerId="ADAL" clId="{DA797BB2-F189-4808-BF03-EC6D040664BC}" dt="2025-10-16T16:35:26.631" v="27035" actId="20577"/>
          <ac:spMkLst>
            <pc:docMk/>
            <pc:sldMk cId="63587328" sldId="305"/>
            <ac:spMk id="2" creationId="{3216FC44-FE72-F84D-7600-F918C5FCD530}"/>
          </ac:spMkLst>
        </pc:spChg>
        <pc:spChg chg="mod">
          <ac:chgData name="Hartman, Lucas" userId="54df504d-6b26-4972-93dd-c21e09d4490b" providerId="ADAL" clId="{DA797BB2-F189-4808-BF03-EC6D040664BC}" dt="2025-11-11T15:57:21.530" v="35514" actId="20578"/>
          <ac:spMkLst>
            <pc:docMk/>
            <pc:sldMk cId="63587328" sldId="305"/>
            <ac:spMk id="3" creationId="{36C39A86-8F26-026C-3188-96ADDDC1AC1F}"/>
          </ac:spMkLst>
        </pc:spChg>
        <pc:picChg chg="add mod">
          <ac:chgData name="Hartman, Lucas" userId="54df504d-6b26-4972-93dd-c21e09d4490b" providerId="ADAL" clId="{DA797BB2-F189-4808-BF03-EC6D040664BC}" dt="2025-10-16T16:37:52.953" v="27700" actId="962"/>
          <ac:picMkLst>
            <pc:docMk/>
            <pc:sldMk cId="63587328" sldId="305"/>
            <ac:picMk id="5" creationId="{3A8614D5-6023-C26F-6326-67E360FE8359}"/>
          </ac:picMkLst>
        </pc:picChg>
      </pc:sldChg>
      <pc:sldChg chg="modSp new mod">
        <pc:chgData name="Hartman, Lucas" userId="54df504d-6b26-4972-93dd-c21e09d4490b" providerId="ADAL" clId="{DA797BB2-F189-4808-BF03-EC6D040664BC}" dt="2025-11-11T16:40:18.313" v="35674" actId="1076"/>
        <pc:sldMkLst>
          <pc:docMk/>
          <pc:sldMk cId="2385129006" sldId="306"/>
        </pc:sldMkLst>
        <pc:spChg chg="mod">
          <ac:chgData name="Hartman, Lucas" userId="54df504d-6b26-4972-93dd-c21e09d4490b" providerId="ADAL" clId="{DA797BB2-F189-4808-BF03-EC6D040664BC}" dt="2025-10-16T16:39:50.688" v="28208" actId="20577"/>
          <ac:spMkLst>
            <pc:docMk/>
            <pc:sldMk cId="2385129006" sldId="306"/>
            <ac:spMk id="2" creationId="{19D4D906-2D36-106A-26A2-7729C9EE1570}"/>
          </ac:spMkLst>
        </pc:spChg>
        <pc:spChg chg="mod">
          <ac:chgData name="Hartman, Lucas" userId="54df504d-6b26-4972-93dd-c21e09d4490b" providerId="ADAL" clId="{DA797BB2-F189-4808-BF03-EC6D040664BC}" dt="2025-11-11T15:58:36.163" v="35545" actId="1076"/>
          <ac:spMkLst>
            <pc:docMk/>
            <pc:sldMk cId="2385129006" sldId="306"/>
            <ac:spMk id="3" creationId="{5EAEA9A1-21DE-E981-8C4F-7089E51483C3}"/>
          </ac:spMkLst>
        </pc:spChg>
        <pc:spChg chg="mod">
          <ac:chgData name="Hartman, Lucas" userId="54df504d-6b26-4972-93dd-c21e09d4490b" providerId="ADAL" clId="{DA797BB2-F189-4808-BF03-EC6D040664BC}" dt="2025-11-11T16:40:18.313" v="35674" actId="1076"/>
          <ac:spMkLst>
            <pc:docMk/>
            <pc:sldMk cId="2385129006" sldId="306"/>
            <ac:spMk id="4" creationId="{D4C43E32-7064-C261-175D-150DE58CE63E}"/>
          </ac:spMkLst>
        </pc:spChg>
      </pc:sldChg>
      <pc:sldChg chg="modSp new mod">
        <pc:chgData name="Hartman, Lucas" userId="54df504d-6b26-4972-93dd-c21e09d4490b" providerId="ADAL" clId="{DA797BB2-F189-4808-BF03-EC6D040664BC}" dt="2025-11-11T15:59:04.506" v="35578" actId="20577"/>
        <pc:sldMkLst>
          <pc:docMk/>
          <pc:sldMk cId="1213221808" sldId="307"/>
        </pc:sldMkLst>
        <pc:spChg chg="mod">
          <ac:chgData name="Hartman, Lucas" userId="54df504d-6b26-4972-93dd-c21e09d4490b" providerId="ADAL" clId="{DA797BB2-F189-4808-BF03-EC6D040664BC}" dt="2025-10-16T16:45:04.192" v="28397" actId="20577"/>
          <ac:spMkLst>
            <pc:docMk/>
            <pc:sldMk cId="1213221808" sldId="307"/>
            <ac:spMk id="2" creationId="{88C3B60D-CA28-BA22-F549-8CA9ED953108}"/>
          </ac:spMkLst>
        </pc:spChg>
        <pc:spChg chg="mod">
          <ac:chgData name="Hartman, Lucas" userId="54df504d-6b26-4972-93dd-c21e09d4490b" providerId="ADAL" clId="{DA797BB2-F189-4808-BF03-EC6D040664BC}" dt="2025-11-11T15:59:04.506" v="35578" actId="20577"/>
          <ac:spMkLst>
            <pc:docMk/>
            <pc:sldMk cId="1213221808" sldId="307"/>
            <ac:spMk id="3" creationId="{8F601D34-904B-122C-1C51-4690EE064878}"/>
          </ac:spMkLst>
        </pc:spChg>
        <pc:spChg chg="mod">
          <ac:chgData name="Hartman, Lucas" userId="54df504d-6b26-4972-93dd-c21e09d4490b" providerId="ADAL" clId="{DA797BB2-F189-4808-BF03-EC6D040664BC}" dt="2025-10-17T14:41:29.928" v="29639" actId="20577"/>
          <ac:spMkLst>
            <pc:docMk/>
            <pc:sldMk cId="1213221808" sldId="307"/>
            <ac:spMk id="4" creationId="{FFA859E2-04D5-F418-8EDC-24518C80DA0C}"/>
          </ac:spMkLst>
        </pc:spChg>
      </pc:sldChg>
      <pc:sldChg chg="modSp new mod">
        <pc:chgData name="Hartman, Lucas" userId="54df504d-6b26-4972-93dd-c21e09d4490b" providerId="ADAL" clId="{DA797BB2-F189-4808-BF03-EC6D040664BC}" dt="2025-10-17T14:44:28.930" v="30093" actId="404"/>
        <pc:sldMkLst>
          <pc:docMk/>
          <pc:sldMk cId="2202307264" sldId="308"/>
        </pc:sldMkLst>
        <pc:spChg chg="mod">
          <ac:chgData name="Hartman, Lucas" userId="54df504d-6b26-4972-93dd-c21e09d4490b" providerId="ADAL" clId="{DA797BB2-F189-4808-BF03-EC6D040664BC}" dt="2025-10-16T16:45:14.055" v="28417" actId="20577"/>
          <ac:spMkLst>
            <pc:docMk/>
            <pc:sldMk cId="2202307264" sldId="308"/>
            <ac:spMk id="2" creationId="{4D81344D-0512-EFE5-D662-94F4D6462BC9}"/>
          </ac:spMkLst>
        </pc:spChg>
        <pc:spChg chg="mod">
          <ac:chgData name="Hartman, Lucas" userId="54df504d-6b26-4972-93dd-c21e09d4490b" providerId="ADAL" clId="{DA797BB2-F189-4808-BF03-EC6D040664BC}" dt="2025-10-17T14:44:28.930" v="30093" actId="404"/>
          <ac:spMkLst>
            <pc:docMk/>
            <pc:sldMk cId="2202307264" sldId="308"/>
            <ac:spMk id="3" creationId="{B7C58FEE-9D77-2109-5558-F64391A48CB6}"/>
          </ac:spMkLst>
        </pc:spChg>
        <pc:spChg chg="mod">
          <ac:chgData name="Hartman, Lucas" userId="54df504d-6b26-4972-93dd-c21e09d4490b" providerId="ADAL" clId="{DA797BB2-F189-4808-BF03-EC6D040664BC}" dt="2025-10-17T14:44:07.547" v="30028" actId="20577"/>
          <ac:spMkLst>
            <pc:docMk/>
            <pc:sldMk cId="2202307264" sldId="308"/>
            <ac:spMk id="4" creationId="{E4A45917-59F3-1B3C-FC72-F06E1816844D}"/>
          </ac:spMkLst>
        </pc:spChg>
      </pc:sldChg>
      <pc:sldChg chg="modSp new mod">
        <pc:chgData name="Hartman, Lucas" userId="54df504d-6b26-4972-93dd-c21e09d4490b" providerId="ADAL" clId="{DA797BB2-F189-4808-BF03-EC6D040664BC}" dt="2025-11-11T16:02:53.545" v="35579" actId="20577"/>
        <pc:sldMkLst>
          <pc:docMk/>
          <pc:sldMk cId="1473317085" sldId="309"/>
        </pc:sldMkLst>
        <pc:spChg chg="mod">
          <ac:chgData name="Hartman, Lucas" userId="54df504d-6b26-4972-93dd-c21e09d4490b" providerId="ADAL" clId="{DA797BB2-F189-4808-BF03-EC6D040664BC}" dt="2025-10-16T16:45:24.456" v="28450" actId="20577"/>
          <ac:spMkLst>
            <pc:docMk/>
            <pc:sldMk cId="1473317085" sldId="309"/>
            <ac:spMk id="2" creationId="{3596D6CB-58B1-403D-26B5-04C6FEFD3115}"/>
          </ac:spMkLst>
        </pc:spChg>
        <pc:spChg chg="mod">
          <ac:chgData name="Hartman, Lucas" userId="54df504d-6b26-4972-93dd-c21e09d4490b" providerId="ADAL" clId="{DA797BB2-F189-4808-BF03-EC6D040664BC}" dt="2025-11-11T16:02:53.545" v="35579" actId="20577"/>
          <ac:spMkLst>
            <pc:docMk/>
            <pc:sldMk cId="1473317085" sldId="309"/>
            <ac:spMk id="3" creationId="{9B13D8F6-4310-F80A-53F6-7D1D420FD5EF}"/>
          </ac:spMkLst>
        </pc:spChg>
        <pc:spChg chg="mod">
          <ac:chgData name="Hartman, Lucas" userId="54df504d-6b26-4972-93dd-c21e09d4490b" providerId="ADAL" clId="{DA797BB2-F189-4808-BF03-EC6D040664BC}" dt="2025-10-17T14:48:51.166" v="30807" actId="14100"/>
          <ac:spMkLst>
            <pc:docMk/>
            <pc:sldMk cId="1473317085" sldId="309"/>
            <ac:spMk id="4" creationId="{F74C4255-EF32-A872-2557-B261BC77BA85}"/>
          </ac:spMkLst>
        </pc:spChg>
      </pc:sldChg>
      <pc:sldChg chg="modSp new mod">
        <pc:chgData name="Hartman, Lucas" userId="54df504d-6b26-4972-93dd-c21e09d4490b" providerId="ADAL" clId="{DA797BB2-F189-4808-BF03-EC6D040664BC}" dt="2025-11-11T16:04:04.162" v="35582" actId="20577"/>
        <pc:sldMkLst>
          <pc:docMk/>
          <pc:sldMk cId="4024113133" sldId="310"/>
        </pc:sldMkLst>
        <pc:spChg chg="mod">
          <ac:chgData name="Hartman, Lucas" userId="54df504d-6b26-4972-93dd-c21e09d4490b" providerId="ADAL" clId="{DA797BB2-F189-4808-BF03-EC6D040664BC}" dt="2025-10-16T16:45:54.639" v="28480" actId="20577"/>
          <ac:spMkLst>
            <pc:docMk/>
            <pc:sldMk cId="4024113133" sldId="310"/>
            <ac:spMk id="2" creationId="{7B073BC0-F46F-04BB-4C78-C62B4E552EEA}"/>
          </ac:spMkLst>
        </pc:spChg>
        <pc:spChg chg="mod">
          <ac:chgData name="Hartman, Lucas" userId="54df504d-6b26-4972-93dd-c21e09d4490b" providerId="ADAL" clId="{DA797BB2-F189-4808-BF03-EC6D040664BC}" dt="2025-11-11T16:04:04.162" v="35582" actId="20577"/>
          <ac:spMkLst>
            <pc:docMk/>
            <pc:sldMk cId="4024113133" sldId="310"/>
            <ac:spMk id="3" creationId="{104F1561-E27E-F333-4ED0-5AC313A4A5B6}"/>
          </ac:spMkLst>
        </pc:spChg>
        <pc:spChg chg="mod">
          <ac:chgData name="Hartman, Lucas" userId="54df504d-6b26-4972-93dd-c21e09d4490b" providerId="ADAL" clId="{DA797BB2-F189-4808-BF03-EC6D040664BC}" dt="2025-11-11T16:03:55.192" v="35581" actId="5793"/>
          <ac:spMkLst>
            <pc:docMk/>
            <pc:sldMk cId="4024113133" sldId="310"/>
            <ac:spMk id="4" creationId="{96ED6D5B-BA08-6D7E-7D9B-EC5B15DFAEEF}"/>
          </ac:spMkLst>
        </pc:spChg>
      </pc:sldChg>
      <pc:sldChg chg="modSp new mod">
        <pc:chgData name="Hartman, Lucas" userId="54df504d-6b26-4972-93dd-c21e09d4490b" providerId="ADAL" clId="{DA797BB2-F189-4808-BF03-EC6D040664BC}" dt="2025-11-11T16:04:49.113" v="35611" actId="20577"/>
        <pc:sldMkLst>
          <pc:docMk/>
          <pc:sldMk cId="194960106" sldId="311"/>
        </pc:sldMkLst>
        <pc:spChg chg="mod">
          <ac:chgData name="Hartman, Lucas" userId="54df504d-6b26-4972-93dd-c21e09d4490b" providerId="ADAL" clId="{DA797BB2-F189-4808-BF03-EC6D040664BC}" dt="2025-10-16T16:46:07.618" v="28494" actId="20577"/>
          <ac:spMkLst>
            <pc:docMk/>
            <pc:sldMk cId="194960106" sldId="311"/>
            <ac:spMk id="2" creationId="{36597769-D5A1-E542-DDEB-95AF2E859912}"/>
          </ac:spMkLst>
        </pc:spChg>
        <pc:spChg chg="mod">
          <ac:chgData name="Hartman, Lucas" userId="54df504d-6b26-4972-93dd-c21e09d4490b" providerId="ADAL" clId="{DA797BB2-F189-4808-BF03-EC6D040664BC}" dt="2025-10-17T14:53:19.648" v="31627" actId="20577"/>
          <ac:spMkLst>
            <pc:docMk/>
            <pc:sldMk cId="194960106" sldId="311"/>
            <ac:spMk id="3" creationId="{5FFBE428-6CE3-1DA7-CD67-66916CC661F1}"/>
          </ac:spMkLst>
        </pc:spChg>
        <pc:spChg chg="mod">
          <ac:chgData name="Hartman, Lucas" userId="54df504d-6b26-4972-93dd-c21e09d4490b" providerId="ADAL" clId="{DA797BB2-F189-4808-BF03-EC6D040664BC}" dt="2025-11-11T16:04:49.113" v="35611" actId="20577"/>
          <ac:spMkLst>
            <pc:docMk/>
            <pc:sldMk cId="194960106" sldId="311"/>
            <ac:spMk id="4" creationId="{70D5474C-B5B7-929A-FBFC-330C4907488B}"/>
          </ac:spMkLst>
        </pc:spChg>
      </pc:sldChg>
      <pc:sldChg chg="modSp new mod">
        <pc:chgData name="Hartman, Lucas" userId="54df504d-6b26-4972-93dd-c21e09d4490b" providerId="ADAL" clId="{DA797BB2-F189-4808-BF03-EC6D040664BC}" dt="2025-10-16T16:46:37.401" v="28518" actId="20577"/>
        <pc:sldMkLst>
          <pc:docMk/>
          <pc:sldMk cId="3372552645" sldId="312"/>
        </pc:sldMkLst>
        <pc:spChg chg="mod">
          <ac:chgData name="Hartman, Lucas" userId="54df504d-6b26-4972-93dd-c21e09d4490b" providerId="ADAL" clId="{DA797BB2-F189-4808-BF03-EC6D040664BC}" dt="2025-10-16T16:46:37.401" v="28518" actId="20577"/>
          <ac:spMkLst>
            <pc:docMk/>
            <pc:sldMk cId="3372552645" sldId="312"/>
            <ac:spMk id="2" creationId="{EC1596EF-B8A6-72DC-16A8-7539C7C29CA0}"/>
          </ac:spMkLst>
        </pc:spChg>
      </pc:sldChg>
      <pc:sldChg chg="modSp new mod">
        <pc:chgData name="Hartman, Lucas" userId="54df504d-6b26-4972-93dd-c21e09d4490b" providerId="ADAL" clId="{DA797BB2-F189-4808-BF03-EC6D040664BC}" dt="2025-10-17T14:58:56.685" v="32384" actId="14100"/>
        <pc:sldMkLst>
          <pc:docMk/>
          <pc:sldMk cId="1758639294" sldId="313"/>
        </pc:sldMkLst>
        <pc:spChg chg="mod">
          <ac:chgData name="Hartman, Lucas" userId="54df504d-6b26-4972-93dd-c21e09d4490b" providerId="ADAL" clId="{DA797BB2-F189-4808-BF03-EC6D040664BC}" dt="2025-10-16T16:46:46.269" v="28540" actId="20577"/>
          <ac:spMkLst>
            <pc:docMk/>
            <pc:sldMk cId="1758639294" sldId="313"/>
            <ac:spMk id="2" creationId="{A433DB51-7C8C-E8C6-C3CD-168C079EEBE9}"/>
          </ac:spMkLst>
        </pc:spChg>
        <pc:spChg chg="mod">
          <ac:chgData name="Hartman, Lucas" userId="54df504d-6b26-4972-93dd-c21e09d4490b" providerId="ADAL" clId="{DA797BB2-F189-4808-BF03-EC6D040664BC}" dt="2025-10-17T14:58:56.685" v="32384" actId="14100"/>
          <ac:spMkLst>
            <pc:docMk/>
            <pc:sldMk cId="1758639294" sldId="313"/>
            <ac:spMk id="3" creationId="{54A07F80-16BD-8D2F-63FE-234D9E1BDD6E}"/>
          </ac:spMkLst>
        </pc:spChg>
        <pc:spChg chg="mod">
          <ac:chgData name="Hartman, Lucas" userId="54df504d-6b26-4972-93dd-c21e09d4490b" providerId="ADAL" clId="{DA797BB2-F189-4808-BF03-EC6D040664BC}" dt="2025-10-17T14:57:25.630" v="32021" actId="113"/>
          <ac:spMkLst>
            <pc:docMk/>
            <pc:sldMk cId="1758639294" sldId="313"/>
            <ac:spMk id="4" creationId="{CB033154-4397-6FC8-3A49-4726CED0D2A8}"/>
          </ac:spMkLst>
        </pc:spChg>
      </pc:sldChg>
      <pc:sldChg chg="modSp new mod">
        <pc:chgData name="Hartman, Lucas" userId="54df504d-6b26-4972-93dd-c21e09d4490b" providerId="ADAL" clId="{DA797BB2-F189-4808-BF03-EC6D040664BC}" dt="2025-10-17T15:06:25.313" v="33628" actId="1076"/>
        <pc:sldMkLst>
          <pc:docMk/>
          <pc:sldMk cId="342775495" sldId="314"/>
        </pc:sldMkLst>
        <pc:spChg chg="mod">
          <ac:chgData name="Hartman, Lucas" userId="54df504d-6b26-4972-93dd-c21e09d4490b" providerId="ADAL" clId="{DA797BB2-F189-4808-BF03-EC6D040664BC}" dt="2025-10-16T16:47:14.795" v="28581" actId="20577"/>
          <ac:spMkLst>
            <pc:docMk/>
            <pc:sldMk cId="342775495" sldId="314"/>
            <ac:spMk id="2" creationId="{3DA478D0-EA6D-E2F7-2DD8-CE3680D6D3D8}"/>
          </ac:spMkLst>
        </pc:spChg>
        <pc:spChg chg="mod">
          <ac:chgData name="Hartman, Lucas" userId="54df504d-6b26-4972-93dd-c21e09d4490b" providerId="ADAL" clId="{DA797BB2-F189-4808-BF03-EC6D040664BC}" dt="2025-10-17T15:06:25.313" v="33628" actId="1076"/>
          <ac:spMkLst>
            <pc:docMk/>
            <pc:sldMk cId="342775495" sldId="314"/>
            <ac:spMk id="3" creationId="{E7C397D6-4176-FF56-8D90-C9D03543BF31}"/>
          </ac:spMkLst>
        </pc:spChg>
        <pc:spChg chg="mod">
          <ac:chgData name="Hartman, Lucas" userId="54df504d-6b26-4972-93dd-c21e09d4490b" providerId="ADAL" clId="{DA797BB2-F189-4808-BF03-EC6D040664BC}" dt="2025-10-17T15:06:20.970" v="33627" actId="255"/>
          <ac:spMkLst>
            <pc:docMk/>
            <pc:sldMk cId="342775495" sldId="314"/>
            <ac:spMk id="4" creationId="{21E52ECE-2945-9B59-CBEE-417BEA5D5259}"/>
          </ac:spMkLst>
        </pc:spChg>
      </pc:sldChg>
      <pc:sldChg chg="modSp new mod">
        <pc:chgData name="Hartman, Lucas" userId="54df504d-6b26-4972-93dd-c21e09d4490b" providerId="ADAL" clId="{DA797BB2-F189-4808-BF03-EC6D040664BC}" dt="2025-10-17T15:08:57.506" v="34169" actId="6549"/>
        <pc:sldMkLst>
          <pc:docMk/>
          <pc:sldMk cId="538499626" sldId="315"/>
        </pc:sldMkLst>
        <pc:spChg chg="mod">
          <ac:chgData name="Hartman, Lucas" userId="54df504d-6b26-4972-93dd-c21e09d4490b" providerId="ADAL" clId="{DA797BB2-F189-4808-BF03-EC6D040664BC}" dt="2025-10-16T16:51:21.616" v="28716" actId="20577"/>
          <ac:spMkLst>
            <pc:docMk/>
            <pc:sldMk cId="538499626" sldId="315"/>
            <ac:spMk id="2" creationId="{61E50B25-10D3-E4E8-DEEA-19795CB6883A}"/>
          </ac:spMkLst>
        </pc:spChg>
        <pc:spChg chg="mod">
          <ac:chgData name="Hartman, Lucas" userId="54df504d-6b26-4972-93dd-c21e09d4490b" providerId="ADAL" clId="{DA797BB2-F189-4808-BF03-EC6D040664BC}" dt="2025-10-17T15:08:53.704" v="34166" actId="27636"/>
          <ac:spMkLst>
            <pc:docMk/>
            <pc:sldMk cId="538499626" sldId="315"/>
            <ac:spMk id="3" creationId="{7F3796AB-D142-B490-B4B8-7FC39DD96911}"/>
          </ac:spMkLst>
        </pc:spChg>
        <pc:spChg chg="mod">
          <ac:chgData name="Hartman, Lucas" userId="54df504d-6b26-4972-93dd-c21e09d4490b" providerId="ADAL" clId="{DA797BB2-F189-4808-BF03-EC6D040664BC}" dt="2025-10-17T15:08:57.506" v="34169" actId="6549"/>
          <ac:spMkLst>
            <pc:docMk/>
            <pc:sldMk cId="538499626" sldId="315"/>
            <ac:spMk id="4" creationId="{16F86375-E268-9027-0B8D-F54792904932}"/>
          </ac:spMkLst>
        </pc:spChg>
      </pc:sldChg>
      <pc:sldChg chg="modSp new mod">
        <pc:chgData name="Hartman, Lucas" userId="54df504d-6b26-4972-93dd-c21e09d4490b" providerId="ADAL" clId="{DA797BB2-F189-4808-BF03-EC6D040664BC}" dt="2025-10-17T15:03:35.917" v="33141" actId="207"/>
        <pc:sldMkLst>
          <pc:docMk/>
          <pc:sldMk cId="730843596" sldId="316"/>
        </pc:sldMkLst>
        <pc:spChg chg="mod">
          <ac:chgData name="Hartman, Lucas" userId="54df504d-6b26-4972-93dd-c21e09d4490b" providerId="ADAL" clId="{DA797BB2-F189-4808-BF03-EC6D040664BC}" dt="2025-10-17T14:59:25.867" v="32425" actId="20577"/>
          <ac:spMkLst>
            <pc:docMk/>
            <pc:sldMk cId="730843596" sldId="316"/>
            <ac:spMk id="2" creationId="{B4793F23-4D80-76E2-CC96-386A13F78CA2}"/>
          </ac:spMkLst>
        </pc:spChg>
        <pc:spChg chg="mod">
          <ac:chgData name="Hartman, Lucas" userId="54df504d-6b26-4972-93dd-c21e09d4490b" providerId="ADAL" clId="{DA797BB2-F189-4808-BF03-EC6D040664BC}" dt="2025-10-17T15:02:30.916" v="33127" actId="404"/>
          <ac:spMkLst>
            <pc:docMk/>
            <pc:sldMk cId="730843596" sldId="316"/>
            <ac:spMk id="3" creationId="{BBA84795-728A-07A1-19CC-3F972201E8E9}"/>
          </ac:spMkLst>
        </pc:spChg>
        <pc:spChg chg="mod">
          <ac:chgData name="Hartman, Lucas" userId="54df504d-6b26-4972-93dd-c21e09d4490b" providerId="ADAL" clId="{DA797BB2-F189-4808-BF03-EC6D040664BC}" dt="2025-10-17T15:03:35.917" v="33141" actId="207"/>
          <ac:spMkLst>
            <pc:docMk/>
            <pc:sldMk cId="730843596" sldId="316"/>
            <ac:spMk id="4" creationId="{85FD1EEB-E3E9-2AB3-40EC-5B6C40EA44A1}"/>
          </ac:spMkLst>
        </pc:spChg>
      </pc:sldChg>
      <pc:sldChg chg="modSp new mod">
        <pc:chgData name="Hartman, Lucas" userId="54df504d-6b26-4972-93dd-c21e09d4490b" providerId="ADAL" clId="{DA797BB2-F189-4808-BF03-EC6D040664BC}" dt="2025-10-17T15:13:00.019" v="34933" actId="20577"/>
        <pc:sldMkLst>
          <pc:docMk/>
          <pc:sldMk cId="520324260" sldId="317"/>
        </pc:sldMkLst>
        <pc:spChg chg="mod">
          <ac:chgData name="Hartman, Lucas" userId="54df504d-6b26-4972-93dd-c21e09d4490b" providerId="ADAL" clId="{DA797BB2-F189-4808-BF03-EC6D040664BC}" dt="2025-10-17T15:10:41.125" v="34206" actId="20577"/>
          <ac:spMkLst>
            <pc:docMk/>
            <pc:sldMk cId="520324260" sldId="317"/>
            <ac:spMk id="2" creationId="{A0210805-9ADE-A8D4-5405-06109EF0E075}"/>
          </ac:spMkLst>
        </pc:spChg>
        <pc:spChg chg="mod">
          <ac:chgData name="Hartman, Lucas" userId="54df504d-6b26-4972-93dd-c21e09d4490b" providerId="ADAL" clId="{DA797BB2-F189-4808-BF03-EC6D040664BC}" dt="2025-10-17T15:13:00.019" v="34933" actId="20577"/>
          <ac:spMkLst>
            <pc:docMk/>
            <pc:sldMk cId="520324260" sldId="317"/>
            <ac:spMk id="3" creationId="{A4DDBC67-45B5-A4D7-1F91-DE42494F4376}"/>
          </ac:spMkLst>
        </pc:spChg>
      </pc:sldChg>
      <pc:sldChg chg="modSp new mod">
        <pc:chgData name="Hartman, Lucas" userId="54df504d-6b26-4972-93dd-c21e09d4490b" providerId="ADAL" clId="{DA797BB2-F189-4808-BF03-EC6D040664BC}" dt="2025-11-11T18:50:35.261" v="35685" actId="20577"/>
        <pc:sldMkLst>
          <pc:docMk/>
          <pc:sldMk cId="2065399246" sldId="318"/>
        </pc:sldMkLst>
        <pc:spChg chg="mod">
          <ac:chgData name="Hartman, Lucas" userId="54df504d-6b26-4972-93dd-c21e09d4490b" providerId="ADAL" clId="{DA797BB2-F189-4808-BF03-EC6D040664BC}" dt="2025-10-17T15:12:11.765" v="34704" actId="20577"/>
          <ac:spMkLst>
            <pc:docMk/>
            <pc:sldMk cId="2065399246" sldId="318"/>
            <ac:spMk id="2" creationId="{265EC0FC-92B0-13E7-4E1B-86A1E8E0134B}"/>
          </ac:spMkLst>
        </pc:spChg>
        <pc:spChg chg="mod">
          <ac:chgData name="Hartman, Lucas" userId="54df504d-6b26-4972-93dd-c21e09d4490b" providerId="ADAL" clId="{DA797BB2-F189-4808-BF03-EC6D040664BC}" dt="2025-11-11T18:50:35.261" v="35685" actId="20577"/>
          <ac:spMkLst>
            <pc:docMk/>
            <pc:sldMk cId="2065399246" sldId="318"/>
            <ac:spMk id="3" creationId="{76C26B59-0EC1-DC77-AAB2-2ED944233C64}"/>
          </ac:spMkLst>
        </pc:spChg>
      </pc:sldChg>
      <pc:sldChg chg="modSp new mod">
        <pc:chgData name="Hartman, Lucas" userId="54df504d-6b26-4972-93dd-c21e09d4490b" providerId="ADAL" clId="{DA797BB2-F189-4808-BF03-EC6D040664BC}" dt="2025-11-11T16:06:11.542" v="35667" actId="20577"/>
        <pc:sldMkLst>
          <pc:docMk/>
          <pc:sldMk cId="1794945618" sldId="319"/>
        </pc:sldMkLst>
        <pc:spChg chg="mod">
          <ac:chgData name="Hartman, Lucas" userId="54df504d-6b26-4972-93dd-c21e09d4490b" providerId="ADAL" clId="{DA797BB2-F189-4808-BF03-EC6D040664BC}" dt="2025-10-17T15:13:15.284" v="34970" actId="20577"/>
          <ac:spMkLst>
            <pc:docMk/>
            <pc:sldMk cId="1794945618" sldId="319"/>
            <ac:spMk id="2" creationId="{85129CA3-18D9-A5E1-99CE-78B5675E555A}"/>
          </ac:spMkLst>
        </pc:spChg>
        <pc:spChg chg="mod">
          <ac:chgData name="Hartman, Lucas" userId="54df504d-6b26-4972-93dd-c21e09d4490b" providerId="ADAL" clId="{DA797BB2-F189-4808-BF03-EC6D040664BC}" dt="2025-11-11T16:06:11.542" v="35667" actId="20577"/>
          <ac:spMkLst>
            <pc:docMk/>
            <pc:sldMk cId="1794945618" sldId="319"/>
            <ac:spMk id="3" creationId="{406BF86B-A75D-9BFE-F9BF-7A264EE7285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1560-1929-4DD1-94DC-AC1181AC876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442A3-8FE8-41A5-941B-C64E68CC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6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E86BEE7-CAF5-419F-B16A-DEA80DCA68C3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2690CF-4A08-4FE7-BE90-E14D6CFC9B7C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5FFE8-97A3-4F5F-B323-571FCA8DA25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266700" y="1381734"/>
            <a:ext cx="11658600" cy="22336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D608D-1BF4-455A-946A-5F936FD81A7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66700" y="3777270"/>
            <a:ext cx="11658600" cy="1023939"/>
          </a:xfrm>
        </p:spPr>
        <p:txBody>
          <a:bodyPr/>
          <a:lstStyle>
            <a:lvl1pPr marL="0" indent="0" algn="ctr">
              <a:buNone/>
              <a:defRPr sz="2400">
                <a:latin typeface="Intro Light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A14235-CF7B-4B1F-8B88-31805FAFF4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4" y="262414"/>
            <a:ext cx="2810260" cy="76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429FFC-D3C2-4932-826C-C50E9D52BB4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888AC-6FC4-41E4-B0C7-BC3FC6F2F3E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CC8DB-1863-4F46-8C14-80067631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65125"/>
            <a:ext cx="10172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8685E-9D55-4AED-80F4-F1B1F64B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825625"/>
            <a:ext cx="101727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EB0088-9B57-499E-8905-F9408D880C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376F0B0-52A9-415E-BDDD-6C6AC9110DF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30C7C9-8675-4FB5-9B44-91DC8149DD51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FDE69-FA51-465E-8031-A8B9CE7F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219200"/>
            <a:ext cx="11102975" cy="2362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6B05F-FD14-4BF4-8D8D-9CE477E8D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08388"/>
            <a:ext cx="1110297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Intro Light" panose="020000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B3D0E6-F047-498B-A642-C408BE5C51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9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BFF7F9-243E-4243-8C78-D3B003593337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06C3C-002F-458B-89F0-883784178012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5A4B6-0C7A-4D6B-867E-D0A9EB0F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528" y="365125"/>
            <a:ext cx="10177272" cy="9493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0496E-328F-46FD-AFCD-3EAB7EFC5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3417A-0498-4636-9802-A1E62C15E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181598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303174-B021-4DE8-B6BC-00313E78F7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2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4581DE-391D-4AF5-8AC0-79A5C7D9CDA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9D1C13-B2C9-4139-AFC5-3E9E8077C825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7137C-739B-4FCC-A7FB-460B8A7D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940" y="365125"/>
            <a:ext cx="10177272" cy="9509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3D8A7-0808-42AF-84B4-C5BF01028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940" y="1681163"/>
            <a:ext cx="482263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FC779-9E08-4924-91C0-C9E06E97D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4940" y="2505075"/>
            <a:ext cx="4822635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7B143-C822-41B4-9130-CB8E044B9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8" y="1681163"/>
            <a:ext cx="51609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4A1E92-8D76-489D-BB0C-199AA38FF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8" y="2505075"/>
            <a:ext cx="516096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3B9C88-5804-4FDC-B7F5-BDBD0348E6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2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6F83720-A64F-4A58-A5BC-1B9715C131E0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8C010B-9BA1-41E1-BFD8-FDF4E5D30D68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8C78A-4AF7-47A5-88E0-BCE915BA8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364" y="288512"/>
            <a:ext cx="10177272" cy="3216275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D0358-8763-4DDB-B361-5FDF53D39A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E68C791-EEDD-4B06-AF1A-8A3BECF65C82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787EE4-BCA2-465C-9B98-91AA0F437DB3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C33FBD-37BF-4BD1-87AF-4087E23201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2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199BC5-9D4E-43BF-A02C-A547194F8182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783CA-063C-4CAD-AFC5-05C976443BF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3DC10-A2BD-4783-80A5-23F85CC2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7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E3B2-2EB5-461B-BEDE-B1DB4484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B8FA-2A2C-4A53-9A1E-98AAFCCC6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987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711EA9-1F10-43CB-AF2C-4754BAEB5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8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6436B1-97C6-4B73-A082-7D78DB820115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8AC63-6274-4558-8904-89260A26554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0E9BF-DCE6-44E7-BDFA-FD7C8967C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BD252-4412-4655-AC19-19A147A14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024B7-B72A-43BE-9C0D-2D8E5C27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416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F8FEA5-8A8C-43A3-9233-939FB64E17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2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91B9AB-0584-476D-95F0-F190C5DB8D08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B13896-D1FA-4DA8-8DCA-19E54095DED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D7129-1025-4E90-87FB-C88427CD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4" y="365125"/>
            <a:ext cx="1017727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373D8-6EB4-40AA-97B0-3A4D8126A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02D428-9159-4CB4-9240-9ACF55185B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6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A756C3-6D05-490B-8E62-1B73F377D00A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9F47A-7580-4E34-8D48-F9E0A7D31B50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7C942-A484-454D-A5E8-9ECBA50B0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F6C6E-4F31-4C15-8984-CBB6FE027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85850" y="365125"/>
            <a:ext cx="748665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F6DD1F-DF46-43B1-9575-0AEF8D9B19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7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411E7-88B2-420C-9612-DA4AB09C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FCD0-F869-4BB1-B84C-B94353373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950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007CBD"/>
          </a:solidFill>
          <a:latin typeface="Intro Bold" panose="020000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2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B60D-668E-44FF-BA61-B56EE8830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 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82FC2-B1F9-4263-A786-D0159CDB7D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Adv. Python Programming – Module 3</a:t>
            </a:r>
          </a:p>
        </p:txBody>
      </p:sp>
    </p:spTree>
    <p:extLst>
      <p:ext uri="{BB962C8B-B14F-4D97-AF65-F5344CB8AC3E}">
        <p14:creationId xmlns:p14="http://schemas.microsoft.com/office/powerpoint/2010/main" val="252053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B78B-5159-7BF6-A4D1-0B9CFF532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Classes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A35F0-FD25-72C1-225A-4E8EEA104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89661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1C513-F75E-D2F1-3CC2-D8BD6FD23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Blueprints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3FA8B-B9DB-3F33-47C2-D66DF63207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class defines the blueprint of an object</a:t>
            </a:r>
          </a:p>
          <a:p>
            <a:pPr lvl="1"/>
            <a:r>
              <a:rPr lang="en-US" dirty="0"/>
              <a:t>Describes what data it holds and what actions it can perform</a:t>
            </a:r>
          </a:p>
          <a:p>
            <a:r>
              <a:rPr lang="en-US" dirty="0"/>
              <a:t>An object (also called an instance) is a specific realization of that class</a:t>
            </a:r>
          </a:p>
          <a:p>
            <a:pPr lvl="1"/>
            <a:r>
              <a:rPr lang="en-US" dirty="0"/>
              <a:t>Just like a house in a neighborhood may all follow the same blueprints, the objects or instance of that house has custom settings like, flooring, wall colors, etc.</a:t>
            </a:r>
          </a:p>
          <a:p>
            <a:r>
              <a:rPr lang="en-US" dirty="0"/>
              <a:t>To create a class we use the “class” syntax inside of a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95C82-4422-FEC6-8D23-D250124443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Car: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pass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38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C4C42-1E6D-33D3-E783-5DEAABD34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Instantiating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D40A2-95D1-1E85-A534-129082F01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006" y="1511478"/>
            <a:ext cx="4843272" cy="41433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order to create the instance of a class, we need a special method called the constructor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</a:t>
            </a:r>
          </a:p>
          <a:p>
            <a:r>
              <a:rPr lang="en-US" dirty="0"/>
              <a:t>The constructor initializes data when an object is created</a:t>
            </a:r>
          </a:p>
          <a:p>
            <a:r>
              <a:rPr lang="en-US" dirty="0"/>
              <a:t>It runs automatically whenever you instantiate a class</a:t>
            </a:r>
          </a:p>
          <a:p>
            <a:r>
              <a:rPr lang="en-US" dirty="0"/>
              <a:t>Think of it as a setup function</a:t>
            </a:r>
          </a:p>
          <a:p>
            <a:pPr lvl="1"/>
            <a:r>
              <a:rPr lang="en-US" dirty="0"/>
              <a:t>More on some of the syntax with “self” and such. </a:t>
            </a:r>
          </a:p>
          <a:p>
            <a:r>
              <a:rPr lang="en-US" dirty="0"/>
              <a:t>Within the function itself you setup variables that hold whatever values you send to it</a:t>
            </a:r>
          </a:p>
          <a:p>
            <a:r>
              <a:rPr lang="en-US" dirty="0"/>
              <a:t>Then you simply call the class when creating an object sending values to it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CEC89-57B2-E9EE-2E9A-5946A24AA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76818" y="1552575"/>
            <a:ext cx="5876818" cy="4143375"/>
          </a:xfrm>
        </p:spPr>
        <p:txBody>
          <a:bodyPr>
            <a:normAutofit fontScale="850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Car: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5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5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make :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model :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self.make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make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self.model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model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5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display_info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</a:t>
            </a:r>
            <a:r>
              <a:rPr lang="en-US" sz="15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"This</a:t>
            </a:r>
            <a:r>
              <a:rPr lang="en-US" sz="1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car is a {</a:t>
            </a:r>
            <a:r>
              <a:rPr lang="en-US" sz="15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self.make</a:t>
            </a:r>
            <a:r>
              <a:rPr lang="en-US" sz="1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 {</a:t>
            </a:r>
            <a:r>
              <a:rPr lang="en-US" sz="15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self.model</a:t>
            </a:r>
            <a:r>
              <a:rPr lang="en-US" sz="1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}."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5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500" dirty="0"/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car1 = Car(</a:t>
            </a:r>
            <a:r>
              <a:rPr lang="en-US" sz="1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"Toyota"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"Camry"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car2 = Car(</a:t>
            </a:r>
            <a:r>
              <a:rPr lang="en-US" sz="1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"Honda"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"Civic"</a:t>
            </a: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car1.display_info()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car2.display_info()</a:t>
            </a:r>
            <a:endParaRPr lang="en-US" sz="1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09021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DFAB-FDDC-8E97-CF30-88C835414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Classes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D3ECE-95E9-152F-6406-EB6F3C34A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48137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1A593-14A6-11FF-C300-41B7D56A3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“Methods” and this “self” 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60D1B-84D7-DEB5-84ED-F1D6AA0F20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may be reading “method” and wonder what it is, this is what we call “functions” but they belong to a class</a:t>
            </a:r>
          </a:p>
          <a:p>
            <a:pPr lvl="1"/>
            <a:r>
              <a:rPr lang="en-US" dirty="0"/>
              <a:t>Operates on data/variables on the specific object</a:t>
            </a:r>
          </a:p>
          <a:p>
            <a:r>
              <a:rPr lang="en-US" dirty="0"/>
              <a:t>The self parameter is always required in every method</a:t>
            </a:r>
          </a:p>
          <a:p>
            <a:pPr lvl="1"/>
            <a:r>
              <a:rPr lang="en-US" dirty="0"/>
              <a:t>It is the way we reference to the current object, getting instance variables and the methods as well</a:t>
            </a:r>
          </a:p>
          <a:p>
            <a:pPr lvl="1"/>
            <a:r>
              <a:rPr lang="en-US" dirty="0"/>
              <a:t>It is passed automatically so not needed when calling the methods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657F5-7EB0-20B3-B9C6-A17DF8671E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Circle: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radius :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self.radius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radius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area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 -&gt; </a:t>
            </a: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6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3.14 *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self.radius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** 2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c1 = Circle(5) </a:t>
            </a:r>
            <a:r>
              <a:rPr lang="en-US" sz="16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5 is an int, but will be casted to float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6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(c1.area())   </a:t>
            </a:r>
            <a:r>
              <a:rPr lang="en-US" sz="16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Equivalent to </a:t>
            </a:r>
            <a:r>
              <a:rPr lang="en-US" sz="1600" b="1" dirty="0" err="1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Circle.area</a:t>
            </a:r>
            <a:r>
              <a:rPr lang="en-US" sz="16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(c1)</a:t>
            </a:r>
            <a:endParaRPr lang="en-US" sz="1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24313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FC44-FE72-F84D-7600-F918C5FC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39A86-8F26-026C-3188-96ADDDC1AC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main feature of using a class for OOP is the use of encapsulation</a:t>
            </a:r>
          </a:p>
          <a:p>
            <a:r>
              <a:rPr lang="en-US" dirty="0"/>
              <a:t>The grouping of data and their behaviors (the methods) together inside an object and controlling access to that data</a:t>
            </a:r>
          </a:p>
          <a:p>
            <a:r>
              <a:rPr lang="en-US" dirty="0"/>
              <a:t>Data abstraction means we are hiding internal details of the object and only exposing what is necessary for operation in a system</a:t>
            </a:r>
          </a:p>
          <a:p>
            <a:r>
              <a:rPr lang="en-US" dirty="0"/>
              <a:t>This means we only want people to call methods on objects and not directly access the data members</a:t>
            </a:r>
          </a:p>
          <a:p>
            <a:pPr lvl="1"/>
            <a:r>
              <a:rPr lang="en-US" dirty="0"/>
              <a:t>For example we don’t want direct access to a bank account balance to modify, but rather call methods to do the modification for us, like adding or spending money</a:t>
            </a:r>
          </a:p>
          <a:p>
            <a:pPr lvl="1"/>
            <a:endParaRPr lang="en-US" dirty="0"/>
          </a:p>
        </p:txBody>
      </p:sp>
      <p:pic>
        <p:nvPicPr>
          <p:cNvPr id="5" name="Content Placeholder 4" descr="Showing encapsulation where data and methods are held together in a class.">
            <a:extLst>
              <a:ext uri="{FF2B5EF4-FFF2-40B4-BE49-F238E27FC236}">
                <a16:creationId xmlns:a16="http://schemas.microsoft.com/office/drawing/2014/main" id="{3A8614D5-6023-C26F-6326-67E360FE83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49367" y="2468970"/>
            <a:ext cx="4627265" cy="23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87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D906-2D36-106A-26A2-7729C9EE1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Variable/Method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EA9A1-21DE-E981-8C4F-7089E5148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14450"/>
            <a:ext cx="4843272" cy="5132705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1600" dirty="0"/>
              <a:t>Unlike other languages, we can’t fully force Python to hide data</a:t>
            </a:r>
          </a:p>
          <a:p>
            <a:r>
              <a:rPr lang="en-US" sz="1600" dirty="0"/>
              <a:t>Instead, we follow some naming conventions for our variables and methods</a:t>
            </a:r>
          </a:p>
          <a:p>
            <a:r>
              <a:rPr lang="en-US" sz="1600" dirty="0"/>
              <a:t>Variables/Methods who are public </a:t>
            </a:r>
          </a:p>
          <a:p>
            <a:pPr lvl="1"/>
            <a:r>
              <a:rPr lang="en-US" sz="1400" dirty="0"/>
              <a:t>accessible anywhere we create them as we normally have</a:t>
            </a:r>
          </a:p>
          <a:p>
            <a:pPr lvl="1"/>
            <a:r>
              <a:rPr lang="en-US" sz="1400" b="1" dirty="0" err="1">
                <a:latin typeface="Consolas" panose="020B0609020204030204" pitchFamily="49" charset="0"/>
              </a:rPr>
              <a:t>self.var_name</a:t>
            </a:r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600" dirty="0"/>
              <a:t>Variables/Methods who are protected</a:t>
            </a:r>
          </a:p>
          <a:p>
            <a:pPr lvl="1"/>
            <a:r>
              <a:rPr lang="en-US" sz="1400" dirty="0"/>
              <a:t>accessible within the class and sub classes start with one underscore in front of the name</a:t>
            </a:r>
          </a:p>
          <a:p>
            <a:pPr lvl="1"/>
            <a:r>
              <a:rPr lang="en-US" sz="1400" b="1" dirty="0">
                <a:latin typeface="Consolas" panose="020B0609020204030204" pitchFamily="49" charset="0"/>
              </a:rPr>
              <a:t>self._</a:t>
            </a:r>
            <a:r>
              <a:rPr lang="en-US" sz="1400" b="1" dirty="0" err="1">
                <a:latin typeface="Consolas" panose="020B0609020204030204" pitchFamily="49" charset="0"/>
              </a:rPr>
              <a:t>var_name</a:t>
            </a:r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600" dirty="0"/>
              <a:t>Variables/Methods who are private</a:t>
            </a:r>
          </a:p>
          <a:p>
            <a:pPr lvl="1"/>
            <a:r>
              <a:rPr lang="en-US" sz="1400" dirty="0"/>
              <a:t>accessible only within the class </a:t>
            </a:r>
            <a:r>
              <a:rPr lang="en-US" sz="1400" dirty="0" err="1"/>
              <a:t>starte</a:t>
            </a:r>
            <a:r>
              <a:rPr lang="en-US" sz="1400" dirty="0"/>
              <a:t> with two underscores in front of the name</a:t>
            </a:r>
          </a:p>
          <a:p>
            <a:pPr lvl="1"/>
            <a:r>
              <a:rPr lang="en-US" sz="1400" b="1" dirty="0">
                <a:latin typeface="Consolas" panose="020B0609020204030204" pitchFamily="49" charset="0"/>
              </a:rPr>
              <a:t>self.__</a:t>
            </a:r>
            <a:r>
              <a:rPr lang="en-US" sz="1400" b="1" dirty="0" err="1">
                <a:latin typeface="Consolas" panose="020B0609020204030204" pitchFamily="49" charset="0"/>
              </a:rPr>
              <a:t>var_name</a:t>
            </a:r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Adobe Garamond Pro" panose="02020502060506020403"/>
              </a:rPr>
              <a:t>In typical object design we have variables that are always private and methods that are public</a:t>
            </a:r>
          </a:p>
          <a:p>
            <a:pPr lvl="1"/>
            <a:r>
              <a:rPr lang="en-US" sz="1400" dirty="0">
                <a:latin typeface="Adobe Garamond Pro" panose="02020502060506020403"/>
              </a:rPr>
              <a:t>We can have some “helper” methods that are private like doing some internal calculations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43E32-7064-C261-175D-150DE58CE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94868" y="1755775"/>
            <a:ext cx="6785185" cy="4143375"/>
          </a:xfrm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Employee: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3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3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name : 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salary : 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self.name = name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self._department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3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"HR"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self.__salary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salary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3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show_info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</a:t>
            </a:r>
            <a:r>
              <a:rPr lang="en-US" sz="13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"Name</a:t>
            </a:r>
            <a:r>
              <a:rPr lang="en-US" sz="13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{self.name}, Department: {</a:t>
            </a:r>
            <a:r>
              <a:rPr lang="en-US" sz="13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self._department</a:t>
            </a:r>
            <a:r>
              <a:rPr lang="en-US" sz="13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}"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emp = Employee(</a:t>
            </a:r>
            <a:r>
              <a:rPr lang="en-US" sz="13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"Alice"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50000)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emp.show_info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(emp.name)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print(</a:t>
            </a:r>
            <a:r>
              <a:rPr lang="en-US" sz="1300" b="1" dirty="0" err="1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emp.__salary</a:t>
            </a: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 # Error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emp.__salary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 </a:t>
            </a:r>
            <a:r>
              <a:rPr lang="en-US" sz="1300" b="1" dirty="0">
                <a:solidFill>
                  <a:srgbClr val="DA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Not recommended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8512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B60D-CA28-BA22-F549-8CA9ED95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Getter and Setter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01D34-904B-122C-1C51-4690EE064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560549"/>
          </a:xfrm>
        </p:spPr>
        <p:txBody>
          <a:bodyPr>
            <a:noAutofit/>
          </a:bodyPr>
          <a:lstStyle/>
          <a:p>
            <a:r>
              <a:rPr lang="en-US" sz="2000" dirty="0"/>
              <a:t>Since we typically make our variables private, we need a way to access them</a:t>
            </a:r>
          </a:p>
          <a:p>
            <a:r>
              <a:rPr lang="en-US" sz="2000" dirty="0"/>
              <a:t>Enter in getter and setter methods</a:t>
            </a:r>
          </a:p>
          <a:p>
            <a:pPr lvl="1"/>
            <a:r>
              <a:rPr lang="en-US" sz="1800" dirty="0"/>
              <a:t>Get values-accessor methods</a:t>
            </a:r>
          </a:p>
          <a:p>
            <a:pPr lvl="1"/>
            <a:r>
              <a:rPr lang="en-US" sz="1800" dirty="0"/>
              <a:t>Set values-mutator methods</a:t>
            </a:r>
          </a:p>
          <a:p>
            <a:r>
              <a:rPr lang="en-US" sz="2000" dirty="0"/>
              <a:t>Set methods allow us to do extra checks on values before updating values</a:t>
            </a:r>
          </a:p>
          <a:p>
            <a:pPr lvl="1"/>
            <a:r>
              <a:rPr lang="en-US" sz="1800" dirty="0"/>
              <a:t>Better control the data so it doesn’t cause errors in the system</a:t>
            </a:r>
          </a:p>
          <a:p>
            <a:pPr lvl="1"/>
            <a:r>
              <a:rPr lang="en-US" sz="1800" dirty="0"/>
              <a:t>Methods could return True that it worked and False if not – or return nothing and don’t update the value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859E2-04D5-F418-8EDC-24518C80DA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Account: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owner :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balance :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self.__owner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owner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balance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get_balance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 -&gt;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set_balance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amount :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amount &gt;= 0: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amount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 True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else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acc = Account(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“John”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1000)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acc.set_balance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(1500):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“Account updated. Balance:”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acc.get_balance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else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“Error, can’t change balance.”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21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344D-0512-EFE5-D662-94F4D646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Decorators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58FEE-9D77-2109-5558-F64391A48C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Every language has its nuances or even tricks to help coding objects</a:t>
            </a:r>
          </a:p>
          <a:p>
            <a:r>
              <a:rPr lang="en-US" sz="2000" dirty="0"/>
              <a:t>Here in Python we can use property decorators for our getter and setters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@property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@</a:t>
            </a:r>
            <a:r>
              <a:rPr lang="en-US" sz="2000" i="1" dirty="0">
                <a:latin typeface="Consolas" panose="020B0609020204030204" pitchFamily="49" charset="0"/>
              </a:rPr>
              <a:t>propertyName</a:t>
            </a:r>
            <a:r>
              <a:rPr lang="en-US" sz="2000" dirty="0">
                <a:latin typeface="Consolas" panose="020B0609020204030204" pitchFamily="49" charset="0"/>
              </a:rPr>
              <a:t>.setter</a:t>
            </a:r>
          </a:p>
          <a:p>
            <a:r>
              <a:rPr lang="en-US" sz="2000" dirty="0"/>
              <a:t>Calling </a:t>
            </a:r>
            <a:r>
              <a:rPr lang="en-US" sz="2000" dirty="0" err="1"/>
              <a:t>get_balance</a:t>
            </a:r>
            <a:r>
              <a:rPr lang="en-US" sz="2000" dirty="0"/>
              <a:t>() or </a:t>
            </a:r>
            <a:r>
              <a:rPr lang="en-US" sz="2000" dirty="0" err="1"/>
              <a:t>set_balance</a:t>
            </a:r>
            <a:r>
              <a:rPr lang="en-US" sz="2000" dirty="0"/>
              <a:t>() repeatedly can make code look clunky or slow down your coding process</a:t>
            </a:r>
          </a:p>
          <a:p>
            <a:r>
              <a:rPr lang="en-US" sz="2000" dirty="0"/>
              <a:t>Note: we can’t really return True false here as we are setting a value as if it is a variable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45917-59F3-1B3C-FC72-F06E181684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Account: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owner :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balance :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self.__owner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owner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balance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@property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balance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 -&gt;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@balance.setter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balance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amount :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amount &gt;= 0: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amount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acc = Account(</a:t>
            </a:r>
            <a:r>
              <a:rPr lang="en-US" sz="24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"John"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1000)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acc.balance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1500: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acc.balance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307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D6CB-58B1-403D-26B5-04C6FEFD3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setters from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3D8F6-4310-F80A-53F6-7D1D420FD5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Since setters might do extra checks we also should make sure, we do those checks in the constructor</a:t>
            </a:r>
          </a:p>
          <a:p>
            <a:r>
              <a:rPr lang="en-US" sz="1800" dirty="0"/>
              <a:t>If we don’t, there is a gap in the system</a:t>
            </a:r>
          </a:p>
          <a:p>
            <a:pPr lvl="1"/>
            <a:r>
              <a:rPr lang="en-US" sz="1800" dirty="0"/>
              <a:t>You could construct an object with a bad value, we want to prevent that</a:t>
            </a:r>
          </a:p>
          <a:p>
            <a:r>
              <a:rPr lang="en-US" sz="1800" dirty="0"/>
              <a:t>We need to make sure the same checks in the setters are in the constructor</a:t>
            </a:r>
          </a:p>
          <a:p>
            <a:r>
              <a:rPr lang="en-US" sz="1800" dirty="0"/>
              <a:t>But that is a lot of extra coding, especially for a bunch of variables</a:t>
            </a:r>
          </a:p>
          <a:p>
            <a:r>
              <a:rPr lang="en-US" sz="1800" dirty="0"/>
              <a:t>There is a fix, call the setters from the constructor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C4255-EF32-A872-2557-B261BC77B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181598" cy="4704387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1400" dirty="0"/>
              <a:t>Using property decorators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Account: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owner :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balance :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self.__owner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owner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balance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@property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 -&gt;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@balance.setter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amount :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amount &gt;= 0: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amount</a:t>
            </a:r>
            <a:endParaRPr lang="en-US" dirty="0"/>
          </a:p>
          <a:p>
            <a:r>
              <a:rPr lang="en-US" sz="1400" dirty="0"/>
              <a:t>Not using property decorators</a:t>
            </a: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Account: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owner :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balance :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self.__owner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owner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self.set_balance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(balance)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 -&gt;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set_balance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amount :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amount &gt;= 0: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amount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73317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3BC0-F46F-04BB-4C78-C62B4E55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vs Instance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1561-E27E-F333-4ED0-5AC313A4A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8779" y="1552575"/>
            <a:ext cx="4843272" cy="4143375"/>
          </a:xfrm>
        </p:spPr>
        <p:txBody>
          <a:bodyPr>
            <a:normAutofit/>
          </a:bodyPr>
          <a:lstStyle/>
          <a:p>
            <a:r>
              <a:rPr lang="en-US" dirty="0"/>
              <a:t>So far in all the past examples we have been using instance variables</a:t>
            </a:r>
          </a:p>
          <a:p>
            <a:pPr lvl="1"/>
            <a:r>
              <a:rPr lang="en-US" dirty="0"/>
              <a:t>Variables that belong to an object</a:t>
            </a:r>
          </a:p>
          <a:p>
            <a:pPr lvl="1"/>
            <a:r>
              <a:rPr lang="en-US" dirty="0"/>
              <a:t>Defined in the constructor</a:t>
            </a:r>
          </a:p>
          <a:p>
            <a:r>
              <a:rPr lang="en-US" dirty="0"/>
              <a:t>There are times where you want to create a class variable</a:t>
            </a:r>
          </a:p>
          <a:p>
            <a:pPr lvl="1"/>
            <a:r>
              <a:rPr lang="en-US" dirty="0"/>
              <a:t>Shared amongst all instances</a:t>
            </a:r>
          </a:p>
          <a:p>
            <a:r>
              <a:rPr lang="en-US" dirty="0"/>
              <a:t>To do this you need to create it outside of the constructor method</a:t>
            </a:r>
          </a:p>
          <a:p>
            <a:pPr lvl="1"/>
            <a:r>
              <a:rPr lang="en-US" dirty="0"/>
              <a:t>Typically, at the top of your class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D6D5B-BA08-6D7E-7D9B-EC5B15DFA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3052" y="1552575"/>
            <a:ext cx="6210728" cy="4143375"/>
          </a:xfrm>
        </p:spPr>
        <p:txBody>
          <a:bodyPr>
            <a:norm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BA44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Account:</a:t>
            </a:r>
            <a:endParaRPr lang="en-US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interest = .005 </a:t>
            </a:r>
            <a:r>
              <a:rPr lang="en-US" sz="1200" b="1" dirty="0">
                <a:solidFill>
                  <a:srgbClr val="D8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.5% interest</a:t>
            </a:r>
            <a:endParaRPr lang="en-US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BA44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200" b="1" dirty="0" err="1">
                <a:solidFill>
                  <a:srgbClr val="0000FF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200" b="1" dirty="0">
                <a:solidFill>
                  <a:srgbClr val="0000FF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owner : </a:t>
            </a:r>
            <a:r>
              <a:rPr lang="en-US" sz="12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balance : </a:t>
            </a:r>
            <a:r>
              <a:rPr lang="en-US" sz="1200" b="1" dirty="0">
                <a:solidFill>
                  <a:srgbClr val="80008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self.__owner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owner</a:t>
            </a:r>
            <a:endParaRPr lang="en-US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self.balance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balance</a:t>
            </a:r>
            <a:endParaRPr lang="en-US" sz="1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24113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7769-D5A1-E542-DDEB-95AF2E859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BE428-6CE3-1DA7-CD67-66916CC661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Of course, methods in our object aren’t just tied to getters and setters</a:t>
            </a:r>
          </a:p>
          <a:p>
            <a:r>
              <a:rPr lang="en-US" sz="2000" dirty="0"/>
              <a:t>Here you can define any method that needs to perform certain operations with the data</a:t>
            </a:r>
          </a:p>
          <a:p>
            <a:r>
              <a:rPr lang="en-US" sz="2000" dirty="0"/>
              <a:t>If we look at an example with a bank account, there are a few methods that come to mind</a:t>
            </a:r>
          </a:p>
          <a:p>
            <a:pPr lvl="1"/>
            <a:r>
              <a:rPr lang="en-US" sz="2000" dirty="0"/>
              <a:t>debit an account (take money out)</a:t>
            </a:r>
          </a:p>
          <a:p>
            <a:pPr lvl="1"/>
            <a:r>
              <a:rPr lang="en-US" sz="2000" dirty="0"/>
              <a:t>credit an account (put money in)</a:t>
            </a:r>
          </a:p>
          <a:p>
            <a:pPr lvl="1"/>
            <a:r>
              <a:rPr lang="en-US" sz="2000" dirty="0"/>
              <a:t>if it is a savings account – apply interest that you get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5474C-B5B7-929A-FBFC-330C49074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164" y="689545"/>
            <a:ext cx="5181598" cy="5274603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Account: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interest = .005 </a:t>
            </a:r>
            <a:r>
              <a:rPr lang="en-US" sz="1000" b="1" dirty="0">
                <a:solidFill>
                  <a:srgbClr val="D8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.5% interest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owner :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balance :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self.__owner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owner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balance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@property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 -&gt;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@balance.setter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amount :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amount &gt;= 0: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amount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debit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amount :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0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BA440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&gt; amount: </a:t>
            </a:r>
            <a:r>
              <a:rPr lang="en-US" sz="1000" b="1" dirty="0">
                <a:solidFill>
                  <a:srgbClr val="D8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#make sure we have enough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-= amount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credit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amount :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):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amount &gt; 0: </a:t>
            </a:r>
            <a:r>
              <a:rPr lang="en-US" sz="1000" b="1" dirty="0">
                <a:solidFill>
                  <a:srgbClr val="D8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#add to balance if positive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+= amount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D8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get our earned interest each month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apply_monthly_interest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 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self.__balance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*= (1 + interest);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4960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10805-9ADE-A8D4-5405-06109EF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Example – Bank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DBC67-45B5-A4D7-1F91-DE42494F4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create a class for a bank account</a:t>
            </a:r>
          </a:p>
          <a:p>
            <a:r>
              <a:rPr lang="en-US" dirty="0"/>
              <a:t>It needs to have owner information for the account</a:t>
            </a:r>
          </a:p>
          <a:p>
            <a:r>
              <a:rPr lang="en-US" dirty="0"/>
              <a:t>Basic information like account number, balance, etc.</a:t>
            </a:r>
          </a:p>
          <a:p>
            <a:r>
              <a:rPr lang="en-US" dirty="0"/>
              <a:t>Class variable for bank name, routing number, etc.</a:t>
            </a:r>
          </a:p>
          <a:p>
            <a:r>
              <a:rPr lang="en-US" dirty="0"/>
              <a:t>Getter/Setters for the account</a:t>
            </a:r>
          </a:p>
          <a:p>
            <a:r>
              <a:rPr lang="en-US" dirty="0"/>
              <a:t>Any other methods we will need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Then we can create a quick tester file making sure everything works.</a:t>
            </a:r>
          </a:p>
        </p:txBody>
      </p:sp>
    </p:spTree>
    <p:extLst>
      <p:ext uri="{BB962C8B-B14F-4D97-AF65-F5344CB8AC3E}">
        <p14:creationId xmlns:p14="http://schemas.microsoft.com/office/powerpoint/2010/main" val="520324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DB39D-9CC1-D93C-5D3C-743F5E420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Magic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3A38D-0AA8-FEAD-0E11-7A5908588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2569596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DB51-7C8C-E8C6-C3CD-168C079EE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Dunder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07F80-16BD-8D2F-63FE-234D9E1BD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143375"/>
          </a:xfrm>
        </p:spPr>
        <p:txBody>
          <a:bodyPr>
            <a:noAutofit/>
          </a:bodyPr>
          <a:lstStyle/>
          <a:p>
            <a:r>
              <a:rPr lang="en-US" sz="2000" dirty="0"/>
              <a:t>To be able to make our objects even more versatile, Python has some built in “magic methods” that we can override and define our own logic</a:t>
            </a:r>
          </a:p>
          <a:p>
            <a:pPr lvl="1"/>
            <a:r>
              <a:rPr lang="en-US" sz="2000" dirty="0"/>
              <a:t>Often called “dunder” methods for </a:t>
            </a:r>
            <a:r>
              <a:rPr lang="en-US" sz="2000" b="1" dirty="0"/>
              <a:t>d</a:t>
            </a:r>
            <a:r>
              <a:rPr lang="en-US" sz="2000" dirty="0"/>
              <a:t>ouble </a:t>
            </a:r>
            <a:r>
              <a:rPr lang="en-US" sz="2000" b="1" dirty="0"/>
              <a:t>under</a:t>
            </a:r>
            <a:r>
              <a:rPr lang="en-US" sz="2000" dirty="0"/>
              <a:t>scores</a:t>
            </a:r>
          </a:p>
          <a:p>
            <a:r>
              <a:rPr lang="en-US" sz="2000" dirty="0"/>
              <a:t>These make operation like comparison to the objects, math operations, printing, finding the length, etc. get defined as needed</a:t>
            </a:r>
          </a:p>
          <a:p>
            <a:pPr lvl="1"/>
            <a:r>
              <a:rPr lang="en-US" sz="2000" dirty="0"/>
              <a:t>Comparison and math operations will take on the “other” object in it’s parameter to perform the defined operation with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33154-4397-6FC8-3A49-4726CED0D2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en-US" b="1" dirty="0"/>
              <a:t>__</a:t>
            </a:r>
            <a:r>
              <a:rPr lang="en-US" b="1" dirty="0" err="1"/>
              <a:t>init</a:t>
            </a:r>
            <a:r>
              <a:rPr lang="en-US" b="1" dirty="0"/>
              <a:t>__</a:t>
            </a:r>
            <a:r>
              <a:rPr lang="en-US" dirty="0"/>
              <a:t> - of course already discussed, this is the constructor.</a:t>
            </a:r>
          </a:p>
          <a:p>
            <a:pPr lvl="0"/>
            <a:r>
              <a:rPr lang="en-US" b="1" dirty="0"/>
              <a:t>__str__</a:t>
            </a:r>
            <a:r>
              <a:rPr lang="en-US" dirty="0"/>
              <a:t> - this defines a string value when str() is called on object or using print(). (Note: the print() calls the str() function internally)</a:t>
            </a:r>
          </a:p>
          <a:p>
            <a:pPr lvl="0"/>
            <a:r>
              <a:rPr lang="en-US" b="1" dirty="0"/>
              <a:t>__</a:t>
            </a:r>
            <a:r>
              <a:rPr lang="en-US" b="1" dirty="0" err="1"/>
              <a:t>len</a:t>
            </a:r>
            <a:r>
              <a:rPr lang="en-US" b="1" dirty="0"/>
              <a:t>__</a:t>
            </a:r>
            <a:r>
              <a:rPr lang="en-US" dirty="0"/>
              <a:t> - defines what gets returned when the </a:t>
            </a:r>
            <a:r>
              <a:rPr lang="en-US" dirty="0" err="1"/>
              <a:t>len</a:t>
            </a:r>
            <a:r>
              <a:rPr lang="en-US" dirty="0"/>
              <a:t>() function is called.</a:t>
            </a:r>
          </a:p>
          <a:p>
            <a:pPr lvl="0"/>
            <a:r>
              <a:rPr lang="en-US" dirty="0"/>
              <a:t>Comparison – send the object to compare, compares the instance variables</a:t>
            </a:r>
          </a:p>
          <a:p>
            <a:pPr lvl="1"/>
            <a:r>
              <a:rPr lang="en-US" sz="2400" b="1" dirty="0"/>
              <a:t>__eq__</a:t>
            </a:r>
            <a:r>
              <a:rPr lang="en-US" sz="2400" dirty="0"/>
              <a:t> - equality ==</a:t>
            </a:r>
          </a:p>
          <a:p>
            <a:pPr lvl="1"/>
            <a:r>
              <a:rPr lang="en-US" sz="2400" b="1" dirty="0"/>
              <a:t>__ne__</a:t>
            </a:r>
            <a:r>
              <a:rPr lang="en-US" sz="2400" dirty="0"/>
              <a:t> - not equal !=</a:t>
            </a:r>
          </a:p>
          <a:p>
            <a:pPr lvl="1"/>
            <a:r>
              <a:rPr lang="en-US" sz="2400" b="1" dirty="0"/>
              <a:t>__</a:t>
            </a:r>
            <a:r>
              <a:rPr lang="en-US" sz="2400" b="1" dirty="0" err="1"/>
              <a:t>lt</a:t>
            </a:r>
            <a:r>
              <a:rPr lang="en-US" sz="2400" b="1" dirty="0"/>
              <a:t>__</a:t>
            </a:r>
            <a:r>
              <a:rPr lang="en-US" sz="2400" dirty="0"/>
              <a:t> - less than &lt;</a:t>
            </a:r>
          </a:p>
          <a:p>
            <a:pPr lvl="1"/>
            <a:r>
              <a:rPr lang="en-US" sz="2400" b="1" dirty="0"/>
              <a:t>__le__</a:t>
            </a:r>
            <a:r>
              <a:rPr lang="en-US" sz="2400" dirty="0"/>
              <a:t> - less than equal to &lt;=</a:t>
            </a:r>
          </a:p>
          <a:p>
            <a:pPr lvl="1"/>
            <a:r>
              <a:rPr lang="en-US" sz="2400" b="1" dirty="0"/>
              <a:t>__</a:t>
            </a:r>
            <a:r>
              <a:rPr lang="en-US" sz="2400" b="1" dirty="0" err="1"/>
              <a:t>gt</a:t>
            </a:r>
            <a:r>
              <a:rPr lang="en-US" sz="2400" b="1" dirty="0"/>
              <a:t>__</a:t>
            </a:r>
            <a:r>
              <a:rPr lang="en-US" sz="2400" dirty="0"/>
              <a:t> - greater than &gt;</a:t>
            </a:r>
          </a:p>
          <a:p>
            <a:pPr lvl="1"/>
            <a:r>
              <a:rPr lang="en-US" sz="2400" b="1" dirty="0"/>
              <a:t>__</a:t>
            </a:r>
            <a:r>
              <a:rPr lang="en-US" sz="2400" b="1" dirty="0" err="1"/>
              <a:t>ge</a:t>
            </a:r>
            <a:r>
              <a:rPr lang="en-US" sz="2400" b="1" dirty="0"/>
              <a:t>__ </a:t>
            </a:r>
            <a:r>
              <a:rPr lang="en-US" sz="2400" dirty="0"/>
              <a:t>- greater than equal to  &gt;=</a:t>
            </a:r>
          </a:p>
          <a:p>
            <a:pPr lvl="0"/>
            <a:r>
              <a:rPr lang="en-US" dirty="0"/>
              <a:t>Math operators – send the object to add, returns the adding of current instance to the other object instance</a:t>
            </a:r>
          </a:p>
          <a:p>
            <a:pPr lvl="1"/>
            <a:r>
              <a:rPr lang="en-US" sz="2400" b="1" dirty="0"/>
              <a:t>__add__</a:t>
            </a:r>
          </a:p>
          <a:p>
            <a:pPr lvl="1"/>
            <a:r>
              <a:rPr lang="en-US" sz="2400" b="1" dirty="0"/>
              <a:t>__sub__</a:t>
            </a:r>
          </a:p>
          <a:p>
            <a:pPr lvl="1"/>
            <a:r>
              <a:rPr lang="en-US" sz="2400" b="1" dirty="0"/>
              <a:t>__</a:t>
            </a:r>
            <a:r>
              <a:rPr lang="en-US" sz="2400" b="1" dirty="0" err="1"/>
              <a:t>mul</a:t>
            </a:r>
            <a:r>
              <a:rPr lang="en-US" sz="2400" b="1" dirty="0"/>
              <a:t>__</a:t>
            </a:r>
          </a:p>
          <a:p>
            <a:pPr lvl="1"/>
            <a:r>
              <a:rPr lang="en-US" sz="2400" b="1" dirty="0"/>
              <a:t>__</a:t>
            </a:r>
            <a:r>
              <a:rPr lang="en-US" sz="2400" b="1" dirty="0" err="1"/>
              <a:t>truediv</a:t>
            </a:r>
            <a:r>
              <a:rPr lang="en-US" sz="2400" b="1" dirty="0"/>
              <a:t>__</a:t>
            </a:r>
          </a:p>
          <a:p>
            <a:pPr lvl="0"/>
            <a:r>
              <a:rPr lang="en-US" b="1" dirty="0"/>
              <a:t>__</a:t>
            </a:r>
            <a:r>
              <a:rPr lang="en-US" b="1" dirty="0" err="1"/>
              <a:t>dict</a:t>
            </a:r>
            <a:r>
              <a:rPr lang="en-US" b="1" dirty="0"/>
              <a:t>__</a:t>
            </a:r>
            <a:r>
              <a:rPr lang="en-US" dirty="0"/>
              <a:t> - returns a dictionary representation of the object. This can be helpful when dealing with JSON data on APIs.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639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93F23-4D80-76E2-CC96-386A13F7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Dunder Methods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84795-728A-07A1-19CC-3F972201E8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Probably the most used dunder methods would be str, eq and </a:t>
            </a:r>
            <a:r>
              <a:rPr lang="en-US" sz="1800" dirty="0" err="1"/>
              <a:t>init.</a:t>
            </a:r>
            <a:endParaRPr lang="en-US" sz="1800" dirty="0"/>
          </a:p>
          <a:p>
            <a:r>
              <a:rPr lang="en-US" sz="1800" dirty="0"/>
              <a:t>You want some way to print out or show a string representation of your object</a:t>
            </a:r>
          </a:p>
          <a:p>
            <a:r>
              <a:rPr lang="en-US" sz="1800" dirty="0"/>
              <a:t>You want some way to compare your objects, a super important one is the equals.</a:t>
            </a:r>
          </a:p>
          <a:p>
            <a:pPr lvl="1"/>
            <a:r>
              <a:rPr lang="en-US" sz="1800" dirty="0"/>
              <a:t>The equals method does get called when using “in” keyword when doing searches in lists/keys in </a:t>
            </a:r>
            <a:r>
              <a:rPr lang="en-US" sz="1800" dirty="0" err="1"/>
              <a:t>dict</a:t>
            </a:r>
            <a:endParaRPr lang="en-US" sz="1800" dirty="0"/>
          </a:p>
          <a:p>
            <a:r>
              <a:rPr lang="en-US" sz="1800" dirty="0"/>
              <a:t>Other comparison may be a good idea to implement</a:t>
            </a:r>
          </a:p>
          <a:p>
            <a:pPr lvl="1"/>
            <a:r>
              <a:rPr lang="en-US" sz="1800" dirty="0"/>
              <a:t>Like if you want to sort alphabetically, you should define those based on what you want to compare for chronological order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D1EEB-E3E9-2AB3-40EC-5B6C40EA4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181598" cy="4391025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Book: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9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title, pages):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self.title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title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self.pages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pages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9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__str__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9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</a:t>
            </a:r>
            <a:r>
              <a:rPr lang="en-US" sz="9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"{</a:t>
            </a:r>
            <a:r>
              <a:rPr lang="en-US" sz="9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self.title</a:t>
            </a:r>
            <a:r>
              <a:rPr lang="en-US" sz="9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 ({</a:t>
            </a:r>
            <a:r>
              <a:rPr lang="en-US" sz="9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self.pages</a:t>
            </a:r>
            <a:r>
              <a:rPr lang="en-US" sz="9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 pages)"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9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len</a:t>
            </a:r>
            <a:r>
              <a:rPr lang="en-US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9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self.pages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9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__add__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other):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9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self.pages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+ </a:t>
            </a:r>
            <a:r>
              <a:rPr lang="en-US" sz="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other.pages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9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__eq__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other):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9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self.pages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== </a:t>
            </a:r>
            <a:r>
              <a:rPr lang="en-US" sz="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other.pages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9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9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lt</a:t>
            </a:r>
            <a:r>
              <a:rPr lang="en-US" sz="9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other):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9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self.pages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 </a:t>
            </a:r>
            <a:r>
              <a:rPr lang="en-US" sz="9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other.pages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b1 = Book(</a:t>
            </a:r>
            <a:r>
              <a:rPr lang="en-US" sz="9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"Python Basics"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300)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b2 = Book(</a:t>
            </a:r>
            <a:r>
              <a:rPr lang="en-US" sz="9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"Advanced Python"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450)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b3 = Book(</a:t>
            </a:r>
            <a:r>
              <a:rPr lang="en-US" sz="9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"Python Basics"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300)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(b1)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900" b="1" dirty="0" err="1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len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(b1))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(b1 + b2)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(b1 == b3)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9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9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(b1 &lt; b2)</a:t>
            </a:r>
            <a:endParaRPr lang="en-US" sz="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843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EC0FC-92B0-13E7-4E1B-86A1E8E0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Coding Example – Dunder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26B59-0EC1-DC77-AAB2-2ED944233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we have some simplicity on our system, let’s add in dunder methods for our bank account</a:t>
            </a:r>
          </a:p>
          <a:p>
            <a:pPr lvl="1"/>
            <a:r>
              <a:rPr lang="en-US" dirty="0"/>
              <a:t>str</a:t>
            </a:r>
          </a:p>
          <a:p>
            <a:pPr lvl="1"/>
            <a:r>
              <a:rPr lang="en-US"/>
              <a:t>eq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Change around our system file to use those dunder’s making sure they work.</a:t>
            </a:r>
          </a:p>
        </p:txBody>
      </p:sp>
    </p:spTree>
    <p:extLst>
      <p:ext uri="{BB962C8B-B14F-4D97-AF65-F5344CB8AC3E}">
        <p14:creationId xmlns:p14="http://schemas.microsoft.com/office/powerpoint/2010/main" val="2065399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596EF-B8A6-72DC-16A8-7539C7C29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Design Tips/Tricks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AB780-5071-FCBC-7211-C70A9A8F0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52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478D0-EA6D-E2F7-2DD8-CE3680D6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“has-a”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397D6-4176-FF56-8D90-C9D03543B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2689" y="1470381"/>
            <a:ext cx="4843272" cy="4437259"/>
          </a:xfrm>
        </p:spPr>
        <p:txBody>
          <a:bodyPr>
            <a:noAutofit/>
          </a:bodyPr>
          <a:lstStyle/>
          <a:p>
            <a:r>
              <a:rPr lang="en-US" dirty="0"/>
              <a:t>Objects often contain or use other objects, not just int, float, str</a:t>
            </a:r>
          </a:p>
          <a:p>
            <a:r>
              <a:rPr lang="en-US" dirty="0"/>
              <a:t>This is typically referred to as “composition”</a:t>
            </a:r>
          </a:p>
          <a:p>
            <a:pPr lvl="1"/>
            <a:r>
              <a:rPr lang="en-US" dirty="0"/>
              <a:t>The objects “has-a” relationship</a:t>
            </a:r>
          </a:p>
          <a:p>
            <a:r>
              <a:rPr lang="en-US" dirty="0"/>
              <a:t>This helps break programs into smaller, modular components that can be tested and reused independently</a:t>
            </a:r>
          </a:p>
          <a:p>
            <a:r>
              <a:rPr lang="en-US" dirty="0"/>
              <a:t>Eliminate complexity of say having a dictionary or dictionaries – objects are better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52ECE-2945-9B59-CBEE-417BEA5D5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838288" cy="4143375"/>
          </a:xfrm>
        </p:spPr>
        <p:txBody>
          <a:bodyPr>
            <a:normAutofit fontScale="47500" lnSpcReduction="20000"/>
          </a:bodyPr>
          <a:lstStyle/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Engine: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5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5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25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horsepower):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self.horsepower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horsepower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5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start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2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</a:t>
            </a:r>
            <a:r>
              <a:rPr lang="en-US" sz="25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"Engine</a:t>
            </a:r>
            <a:r>
              <a:rPr lang="en-US" sz="2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with {</a:t>
            </a:r>
            <a:r>
              <a:rPr lang="en-US" sz="25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self.horsepower</a:t>
            </a:r>
            <a:r>
              <a:rPr lang="en-US" sz="2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 HP started."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class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Car: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5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5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init</a:t>
            </a:r>
            <a:r>
              <a:rPr lang="en-US" sz="25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__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(self, make, model, horsepower):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self.make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make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self.model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model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self.engine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Engine(horsepower)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500" b="1" dirty="0">
                <a:solidFill>
                  <a:srgbClr val="BA44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drive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(self):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self.engine.start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5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print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(f</a:t>
            </a:r>
            <a:r>
              <a:rPr lang="en-US" sz="2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"{</a:t>
            </a:r>
            <a:r>
              <a:rPr lang="en-US" sz="25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self.make</a:t>
            </a:r>
            <a:r>
              <a:rPr lang="en-US" sz="2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 {</a:t>
            </a:r>
            <a:r>
              <a:rPr lang="en-US" sz="2500" b="1" dirty="0" err="1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self.model</a:t>
            </a:r>
            <a:r>
              <a:rPr lang="en-US" sz="2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} is now driving!"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car = Car(</a:t>
            </a:r>
            <a:r>
              <a:rPr lang="en-US" sz="2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"Ford"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500" b="1" dirty="0">
                <a:solidFill>
                  <a:srgbClr val="007B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"Mustang"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450)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car.drive</a:t>
            </a:r>
            <a:r>
              <a:rPr lang="en-US" sz="25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25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75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0B25-10D3-E4E8-DEEA-19795CB6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796AB-D142-B490-B4B8-7FC39DD969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Identify Nouns and Verbs</a:t>
            </a:r>
          </a:p>
          <a:p>
            <a:r>
              <a:rPr lang="en-US" dirty="0"/>
              <a:t>Distinguish “Is-A” and “Has-A” Relationships</a:t>
            </a:r>
          </a:p>
          <a:p>
            <a:r>
              <a:rPr lang="en-US" dirty="0"/>
              <a:t>Start Simple, Add Details Gradually</a:t>
            </a:r>
          </a:p>
          <a:p>
            <a:r>
              <a:rPr lang="en-US" dirty="0"/>
              <a:t>Organize Classes Across Modules Thoughtfully</a:t>
            </a:r>
          </a:p>
          <a:p>
            <a:r>
              <a:rPr lang="en-US" dirty="0"/>
              <a:t>Model Object Interactions</a:t>
            </a:r>
          </a:p>
          <a:p>
            <a:r>
              <a:rPr lang="en-US" dirty="0"/>
              <a:t>Represent Real-World Data as Attributes</a:t>
            </a:r>
          </a:p>
          <a:p>
            <a:r>
              <a:rPr lang="en-US" dirty="0"/>
              <a:t>Assign Behavior to the Right Object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86375-E268-9027-0B8D-F547929049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Focus on Behavior, Not Just Data</a:t>
            </a:r>
          </a:p>
          <a:p>
            <a:r>
              <a:rPr lang="en-US" dirty="0"/>
              <a:t>Use Encapsulation for Safety</a:t>
            </a:r>
          </a:p>
          <a:p>
            <a:r>
              <a:rPr lang="en-US" dirty="0"/>
              <a:t>Leverage Magic Methods</a:t>
            </a:r>
          </a:p>
          <a:p>
            <a:r>
              <a:rPr lang="en-US" dirty="0"/>
              <a:t>Test with Real Scenarios</a:t>
            </a:r>
          </a:p>
          <a:p>
            <a:r>
              <a:rPr lang="en-US" dirty="0"/>
              <a:t>Abstract Real-World Details</a:t>
            </a:r>
          </a:p>
          <a:p>
            <a:r>
              <a:rPr lang="en-US" dirty="0"/>
              <a:t>Think in Terms of Systems</a:t>
            </a:r>
          </a:p>
          <a:p>
            <a:r>
              <a:rPr lang="en-US" dirty="0"/>
              <a:t>Sketch Diagrams</a:t>
            </a:r>
          </a:p>
          <a:p>
            <a:r>
              <a:rPr lang="en-US" dirty="0"/>
              <a:t>Refactor Often</a:t>
            </a:r>
          </a:p>
        </p:txBody>
      </p:sp>
    </p:spTree>
    <p:extLst>
      <p:ext uri="{BB962C8B-B14F-4D97-AF65-F5344CB8AC3E}">
        <p14:creationId xmlns:p14="http://schemas.microsoft.com/office/powerpoint/2010/main" val="538499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9CA3-18D9-A5E1-99CE-78B5675E5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Example – Has a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F86B-A75D-9BFE-F9BF-7A264EE72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our bank accounts have multiple owners</a:t>
            </a:r>
          </a:p>
          <a:p>
            <a:r>
              <a:rPr lang="en-US" dirty="0"/>
              <a:t>How do we model this? we currently only have one person on an account</a:t>
            </a:r>
          </a:p>
          <a:p>
            <a:r>
              <a:rPr lang="en-US" dirty="0"/>
              <a:t>Well we could have a dictionary? but that is a lot, OR how about a separate objects that is a “Owner” and on the account we can hold a list of them</a:t>
            </a:r>
          </a:p>
          <a:p>
            <a:r>
              <a:rPr lang="en-US" dirty="0"/>
              <a:t>We will need to modify some methods – like the str for printout</a:t>
            </a:r>
          </a:p>
          <a:p>
            <a:r>
              <a:rPr lang="en-US" dirty="0"/>
              <a:t>Setter methods for owner setting</a:t>
            </a:r>
          </a:p>
          <a:p>
            <a:r>
              <a:rPr lang="en-US" dirty="0"/>
              <a:t>Will see what else…</a:t>
            </a:r>
          </a:p>
          <a:p>
            <a:endParaRPr lang="en-US" dirty="0"/>
          </a:p>
          <a:p>
            <a:r>
              <a:rPr lang="en-US" dirty="0"/>
              <a:t>Modify system file as well for checking</a:t>
            </a:r>
          </a:p>
        </p:txBody>
      </p:sp>
    </p:spTree>
    <p:extLst>
      <p:ext uri="{BB962C8B-B14F-4D97-AF65-F5344CB8AC3E}">
        <p14:creationId xmlns:p14="http://schemas.microsoft.com/office/powerpoint/2010/main" val="1794945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341166D007A44F96DAB297EB9286AE" ma:contentTypeVersion="1" ma:contentTypeDescription="Create a new document." ma:contentTypeScope="" ma:versionID="b480b76c1a13d0cb60d9fa02ce9cfa12">
  <xsd:schema xmlns:xsd="http://www.w3.org/2001/XMLSchema" xmlns:xs="http://www.w3.org/2001/XMLSchema" xmlns:p="http://schemas.microsoft.com/office/2006/metadata/properties" xmlns:ns1="http://schemas.microsoft.com/sharepoint/v3" xmlns:ns2="4408313d-b437-4f49-9134-0613b1cf82e0" targetNamespace="http://schemas.microsoft.com/office/2006/metadata/properties" ma:root="true" ma:fieldsID="7e1a49c581aee02705c497c71c6a3062" ns1:_="" ns2:_="">
    <xsd:import namespace="http://schemas.microsoft.com/sharepoint/v3"/>
    <xsd:import namespace="4408313d-b437-4f49-9134-0613b1cf82e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8313d-b437-4f49-9134-0613b1cf82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4408313d-b437-4f49-9134-0613b1cf82e0">5K6DURXD36E5-1034-11</_dlc_DocId>
    <_dlc_DocIdUrl xmlns="4408313d-b437-4f49-9134-0613b1cf82e0">
      <Url>https://myway.mccneb.edu/employees/Departments/marketing/_layouts/15/DocIdRedir.aspx?ID=5K6DURXD36E5-1034-11</Url>
      <Description>5K6DURXD36E5-1034-11</Description>
    </_dlc_DocIdUrl>
  </documentManagement>
</p:properties>
</file>

<file path=customXml/itemProps1.xml><?xml version="1.0" encoding="utf-8"?>
<ds:datastoreItem xmlns:ds="http://schemas.openxmlformats.org/officeDocument/2006/customXml" ds:itemID="{8A61AA4B-2C2A-4993-9592-F7FC50101C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408313d-b437-4f49-9134-0613b1cf8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4BA4CB-1A05-46BE-B2E1-F56C6161E1AA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7AA46240-6986-4B9C-B1FF-32FBEE40E05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4BA48C2-912C-4BF9-9AD3-31CDA2E37A00}">
  <ds:schemaRefs>
    <ds:schemaRef ds:uri="4408313d-b437-4f49-9134-0613b1cf82e0"/>
    <ds:schemaRef ds:uri="http://schemas.microsoft.com/sharepoint/v3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2785</Words>
  <Application>Microsoft Office PowerPoint</Application>
  <PresentationFormat>Widescreen</PresentationFormat>
  <Paragraphs>348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Adobe Garamond Pro</vt:lpstr>
      <vt:lpstr>Arial</vt:lpstr>
      <vt:lpstr>Calibri</vt:lpstr>
      <vt:lpstr>Cambria</vt:lpstr>
      <vt:lpstr>Consolas</vt:lpstr>
      <vt:lpstr>Courier New</vt:lpstr>
      <vt:lpstr>Intro Bold</vt:lpstr>
      <vt:lpstr>Intro Light</vt:lpstr>
      <vt:lpstr>Wingdings</vt:lpstr>
      <vt:lpstr>Office Theme</vt:lpstr>
      <vt:lpstr>Object Oriented Programming</vt:lpstr>
      <vt:lpstr>Basics of Classes</vt:lpstr>
      <vt:lpstr>Blueprints</vt:lpstr>
      <vt:lpstr>Constructor and Instantiating</vt:lpstr>
      <vt:lpstr>Methods for Classes</vt:lpstr>
      <vt:lpstr>What are “Methods” and this “self” thing</vt:lpstr>
      <vt:lpstr>Encapsulation</vt:lpstr>
      <vt:lpstr>Variable/Method access</vt:lpstr>
      <vt:lpstr>Getter and Setter Methods</vt:lpstr>
      <vt:lpstr>Property Decorators</vt:lpstr>
      <vt:lpstr>Calling setters from Constructor</vt:lpstr>
      <vt:lpstr>Class vs Instance Variables</vt:lpstr>
      <vt:lpstr>Other methods</vt:lpstr>
      <vt:lpstr>Coding Example – Bank Account</vt:lpstr>
      <vt:lpstr>Magic Methods</vt:lpstr>
      <vt:lpstr>Dunder Methods</vt:lpstr>
      <vt:lpstr>Dunder Methods (cont.)</vt:lpstr>
      <vt:lpstr>Coding Example – Dunder Methods</vt:lpstr>
      <vt:lpstr>OOP Design Tips/Tricks</vt:lpstr>
      <vt:lpstr>“has-a” Relationship</vt:lpstr>
      <vt:lpstr>Design Tips</vt:lpstr>
      <vt:lpstr>Coding Example – Has a relationship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Hartman, Lucas</dc:creator>
  <cp:lastModifiedBy>Hartman, Lucas</cp:lastModifiedBy>
  <cp:revision>26</cp:revision>
  <dcterms:created xsi:type="dcterms:W3CDTF">2022-06-09T19:09:31Z</dcterms:created>
  <dcterms:modified xsi:type="dcterms:W3CDTF">2026-04-16T19:42:16Z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0x0101006B341166D007A44F96DAB297EB9286AE</vt:lpwstr>
  </property>
  <property fmtid="{D5CDD505-2E9C-101B-9397-08002B2CF9AE}" pid="3" name="_dlc_DocIdItemGuid">
    <vt:lpwstr>b616e4c7-a5d0-45d1-a2b2-69c0143a48ff</vt:lpwstr>
  </property>
</Properties>
</file>