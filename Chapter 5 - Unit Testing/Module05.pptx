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72" r:id="rId14"/>
    <p:sldId id="265" r:id="rId15"/>
    <p:sldId id="266" r:id="rId16"/>
    <p:sldId id="264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BD"/>
    <a:srgbClr val="00AEEF"/>
    <a:srgbClr val="00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79075" autoAdjust="0"/>
  </p:normalViewPr>
  <p:slideViewPr>
    <p:cSldViewPr snapToGrid="0">
      <p:cViewPr varScale="1">
        <p:scale>
          <a:sx n="87" d="100"/>
          <a:sy n="87" d="100"/>
        </p:scale>
        <p:origin x="70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man, Lucas" userId="54df504d-6b26-4972-93dd-c21e09d4490b" providerId="ADAL" clId="{DA797BB2-F189-4808-BF03-EC6D040664BC}"/>
    <pc:docChg chg="undo redo custSel addSld delSld modSld sldOrd">
      <pc:chgData name="Hartman, Lucas" userId="54df504d-6b26-4972-93dd-c21e09d4490b" providerId="ADAL" clId="{DA797BB2-F189-4808-BF03-EC6D040664BC}" dt="2025-11-17T23:09:04.956" v="49662" actId="14100"/>
      <pc:docMkLst>
        <pc:docMk/>
      </pc:docMkLst>
      <pc:sldChg chg="modSp mod">
        <pc:chgData name="Hartman, Lucas" userId="54df504d-6b26-4972-93dd-c21e09d4490b" providerId="ADAL" clId="{DA797BB2-F189-4808-BF03-EC6D040664BC}" dt="2025-10-27T20:15:11.040" v="44161" actId="20577"/>
        <pc:sldMkLst>
          <pc:docMk/>
          <pc:sldMk cId="2520530202" sldId="256"/>
        </pc:sldMkLst>
        <pc:spChg chg="mod">
          <ac:chgData name="Hartman, Lucas" userId="54df504d-6b26-4972-93dd-c21e09d4490b" providerId="ADAL" clId="{DA797BB2-F189-4808-BF03-EC6D040664BC}" dt="2025-10-27T20:15:08.847" v="44159" actId="20577"/>
          <ac:spMkLst>
            <pc:docMk/>
            <pc:sldMk cId="2520530202" sldId="256"/>
            <ac:spMk id="2" creationId="{589DB60D-668E-44FF-BA61-B56EE8830DC2}"/>
          </ac:spMkLst>
        </pc:spChg>
        <pc:spChg chg="mod">
          <ac:chgData name="Hartman, Lucas" userId="54df504d-6b26-4972-93dd-c21e09d4490b" providerId="ADAL" clId="{DA797BB2-F189-4808-BF03-EC6D040664BC}" dt="2025-10-27T20:15:11.040" v="44161" actId="20577"/>
          <ac:spMkLst>
            <pc:docMk/>
            <pc:sldMk cId="2520530202" sldId="256"/>
            <ac:spMk id="3" creationId="{4A182FC2-B1F9-4263-A786-D0159CDB7DB7}"/>
          </ac:spMkLst>
        </pc:spChg>
      </pc:sldChg>
      <pc:sldChg chg="modSp new mod">
        <pc:chgData name="Hartman, Lucas" userId="54df504d-6b26-4972-93dd-c21e09d4490b" providerId="ADAL" clId="{DA797BB2-F189-4808-BF03-EC6D040664BC}" dt="2025-11-17T20:10:59.744" v="49355" actId="20577"/>
        <pc:sldMkLst>
          <pc:docMk/>
          <pc:sldMk cId="67970583" sldId="257"/>
        </pc:sldMkLst>
        <pc:spChg chg="mod">
          <ac:chgData name="Hartman, Lucas" userId="54df504d-6b26-4972-93dd-c21e09d4490b" providerId="ADAL" clId="{DA797BB2-F189-4808-BF03-EC6D040664BC}" dt="2025-10-27T20:15:52.160" v="44201" actId="20577"/>
          <ac:spMkLst>
            <pc:docMk/>
            <pc:sldMk cId="67970583" sldId="257"/>
            <ac:spMk id="2" creationId="{D134D479-CACF-1889-D772-C6673C2899AE}"/>
          </ac:spMkLst>
        </pc:spChg>
        <pc:spChg chg="mod">
          <ac:chgData name="Hartman, Lucas" userId="54df504d-6b26-4972-93dd-c21e09d4490b" providerId="ADAL" clId="{DA797BB2-F189-4808-BF03-EC6D040664BC}" dt="2025-11-17T20:10:59.744" v="49355" actId="20577"/>
          <ac:spMkLst>
            <pc:docMk/>
            <pc:sldMk cId="67970583" sldId="257"/>
            <ac:spMk id="3" creationId="{3E17DBA9-5E52-82AB-E622-ADB524751BBE}"/>
          </ac:spMkLst>
        </pc:spChg>
      </pc:sldChg>
      <pc:sldChg chg="modSp new mod">
        <pc:chgData name="Hartman, Lucas" userId="54df504d-6b26-4972-93dd-c21e09d4490b" providerId="ADAL" clId="{DA797BB2-F189-4808-BF03-EC6D040664BC}" dt="2025-10-27T20:25:37.152" v="45643" actId="1076"/>
        <pc:sldMkLst>
          <pc:docMk/>
          <pc:sldMk cId="1649364075" sldId="258"/>
        </pc:sldMkLst>
        <pc:spChg chg="mod">
          <ac:chgData name="Hartman, Lucas" userId="54df504d-6b26-4972-93dd-c21e09d4490b" providerId="ADAL" clId="{DA797BB2-F189-4808-BF03-EC6D040664BC}" dt="2025-10-27T20:16:14.811" v="44231" actId="20577"/>
          <ac:spMkLst>
            <pc:docMk/>
            <pc:sldMk cId="1649364075" sldId="258"/>
            <ac:spMk id="2" creationId="{B3B41605-DAAB-CCBF-BD84-B5E8EA605874}"/>
          </ac:spMkLst>
        </pc:spChg>
        <pc:spChg chg="mod">
          <ac:chgData name="Hartman, Lucas" userId="54df504d-6b26-4972-93dd-c21e09d4490b" providerId="ADAL" clId="{DA797BB2-F189-4808-BF03-EC6D040664BC}" dt="2025-10-27T20:25:37.152" v="45643" actId="1076"/>
          <ac:spMkLst>
            <pc:docMk/>
            <pc:sldMk cId="1649364075" sldId="258"/>
            <ac:spMk id="3" creationId="{395DECF8-476D-302C-3182-816A0BA59368}"/>
          </ac:spMkLst>
        </pc:spChg>
        <pc:spChg chg="mod">
          <ac:chgData name="Hartman, Lucas" userId="54df504d-6b26-4972-93dd-c21e09d4490b" providerId="ADAL" clId="{DA797BB2-F189-4808-BF03-EC6D040664BC}" dt="2025-10-27T20:25:33.383" v="45642" actId="14100"/>
          <ac:spMkLst>
            <pc:docMk/>
            <pc:sldMk cId="1649364075" sldId="258"/>
            <ac:spMk id="4" creationId="{12A427A9-9F95-10A8-DE66-77FB5F691BB2}"/>
          </ac:spMkLst>
        </pc:spChg>
      </pc:sldChg>
      <pc:sldChg chg="modSp new mod">
        <pc:chgData name="Hartman, Lucas" userId="54df504d-6b26-4972-93dd-c21e09d4490b" providerId="ADAL" clId="{DA797BB2-F189-4808-BF03-EC6D040664BC}" dt="2025-10-27T20:26:20.272" v="45764" actId="1076"/>
        <pc:sldMkLst>
          <pc:docMk/>
          <pc:sldMk cId="1279401547" sldId="259"/>
        </pc:sldMkLst>
        <pc:spChg chg="mod">
          <ac:chgData name="Hartman, Lucas" userId="54df504d-6b26-4972-93dd-c21e09d4490b" providerId="ADAL" clId="{DA797BB2-F189-4808-BF03-EC6D040664BC}" dt="2025-10-27T20:16:26.210" v="44249" actId="20577"/>
          <ac:spMkLst>
            <pc:docMk/>
            <pc:sldMk cId="1279401547" sldId="259"/>
            <ac:spMk id="2" creationId="{2F218558-6E49-783C-E582-D8EB09CA03B7}"/>
          </ac:spMkLst>
        </pc:spChg>
        <pc:spChg chg="mod">
          <ac:chgData name="Hartman, Lucas" userId="54df504d-6b26-4972-93dd-c21e09d4490b" providerId="ADAL" clId="{DA797BB2-F189-4808-BF03-EC6D040664BC}" dt="2025-10-27T20:26:20.272" v="45764" actId="1076"/>
          <ac:spMkLst>
            <pc:docMk/>
            <pc:sldMk cId="1279401547" sldId="259"/>
            <ac:spMk id="3" creationId="{1AC62F60-E151-C469-CD5F-63C888CDE6F4}"/>
          </ac:spMkLst>
        </pc:spChg>
      </pc:sldChg>
      <pc:sldChg chg="modSp new mod">
        <pc:chgData name="Hartman, Lucas" userId="54df504d-6b26-4972-93dd-c21e09d4490b" providerId="ADAL" clId="{DA797BB2-F189-4808-BF03-EC6D040664BC}" dt="2025-10-27T20:30:26.711" v="46503" actId="113"/>
        <pc:sldMkLst>
          <pc:docMk/>
          <pc:sldMk cId="2527292662" sldId="260"/>
        </pc:sldMkLst>
        <pc:spChg chg="mod">
          <ac:chgData name="Hartman, Lucas" userId="54df504d-6b26-4972-93dd-c21e09d4490b" providerId="ADAL" clId="{DA797BB2-F189-4808-BF03-EC6D040664BC}" dt="2025-10-27T20:16:41.315" v="44287" actId="20577"/>
          <ac:spMkLst>
            <pc:docMk/>
            <pc:sldMk cId="2527292662" sldId="260"/>
            <ac:spMk id="2" creationId="{422F867E-84CD-1B0A-D421-0496ABB893A2}"/>
          </ac:spMkLst>
        </pc:spChg>
        <pc:spChg chg="mod">
          <ac:chgData name="Hartman, Lucas" userId="54df504d-6b26-4972-93dd-c21e09d4490b" providerId="ADAL" clId="{DA797BB2-F189-4808-BF03-EC6D040664BC}" dt="2025-10-27T20:30:26.711" v="46503" actId="113"/>
          <ac:spMkLst>
            <pc:docMk/>
            <pc:sldMk cId="2527292662" sldId="260"/>
            <ac:spMk id="3" creationId="{4B81B8D5-BC7D-B8C9-E957-B12FA7D0AF20}"/>
          </ac:spMkLst>
        </pc:spChg>
      </pc:sldChg>
      <pc:sldChg chg="addSp delSp modSp new mod modClrScheme chgLayout">
        <pc:chgData name="Hartman, Lucas" userId="54df504d-6b26-4972-93dd-c21e09d4490b" providerId="ADAL" clId="{DA797BB2-F189-4808-BF03-EC6D040664BC}" dt="2025-10-27T20:34:52.606" v="46994" actId="113"/>
        <pc:sldMkLst>
          <pc:docMk/>
          <pc:sldMk cId="1364698446" sldId="261"/>
        </pc:sldMkLst>
        <pc:spChg chg="mod ord">
          <ac:chgData name="Hartman, Lucas" userId="54df504d-6b26-4972-93dd-c21e09d4490b" providerId="ADAL" clId="{DA797BB2-F189-4808-BF03-EC6D040664BC}" dt="2025-10-27T20:30:58.798" v="46506" actId="700"/>
          <ac:spMkLst>
            <pc:docMk/>
            <pc:sldMk cId="1364698446" sldId="261"/>
            <ac:spMk id="2" creationId="{A28DFE5C-5014-E32A-9B7E-71CEC4E15273}"/>
          </ac:spMkLst>
        </pc:spChg>
        <pc:spChg chg="add mod ord">
          <ac:chgData name="Hartman, Lucas" userId="54df504d-6b26-4972-93dd-c21e09d4490b" providerId="ADAL" clId="{DA797BB2-F189-4808-BF03-EC6D040664BC}" dt="2025-10-27T20:34:52.606" v="46994" actId="113"/>
          <ac:spMkLst>
            <pc:docMk/>
            <pc:sldMk cId="1364698446" sldId="261"/>
            <ac:spMk id="4" creationId="{09759B64-99AF-11A4-C2B2-16A8B39E46E8}"/>
          </ac:spMkLst>
        </pc:spChg>
        <pc:spChg chg="add mod ord">
          <ac:chgData name="Hartman, Lucas" userId="54df504d-6b26-4972-93dd-c21e09d4490b" providerId="ADAL" clId="{DA797BB2-F189-4808-BF03-EC6D040664BC}" dt="2025-10-27T20:33:11.118" v="46759" actId="27636"/>
          <ac:spMkLst>
            <pc:docMk/>
            <pc:sldMk cId="1364698446" sldId="261"/>
            <ac:spMk id="5" creationId="{D83EA684-3136-0D73-D193-22B5E7D5EBCF}"/>
          </ac:spMkLst>
        </pc:spChg>
      </pc:sldChg>
      <pc:sldChg chg="modSp new mod">
        <pc:chgData name="Hartman, Lucas" userId="54df504d-6b26-4972-93dd-c21e09d4490b" providerId="ADAL" clId="{DA797BB2-F189-4808-BF03-EC6D040664BC}" dt="2025-10-27T20:37:34.658" v="47118" actId="1076"/>
        <pc:sldMkLst>
          <pc:docMk/>
          <pc:sldMk cId="1743973742" sldId="262"/>
        </pc:sldMkLst>
        <pc:spChg chg="mod">
          <ac:chgData name="Hartman, Lucas" userId="54df504d-6b26-4972-93dd-c21e09d4490b" providerId="ADAL" clId="{DA797BB2-F189-4808-BF03-EC6D040664BC}" dt="2025-10-27T20:17:24.448" v="44331" actId="20577"/>
          <ac:spMkLst>
            <pc:docMk/>
            <pc:sldMk cId="1743973742" sldId="262"/>
            <ac:spMk id="2" creationId="{4BE90DCE-F1DA-03D5-E1EF-73DE44472101}"/>
          </ac:spMkLst>
        </pc:spChg>
        <pc:spChg chg="mod">
          <ac:chgData name="Hartman, Lucas" userId="54df504d-6b26-4972-93dd-c21e09d4490b" providerId="ADAL" clId="{DA797BB2-F189-4808-BF03-EC6D040664BC}" dt="2025-10-27T20:37:34.658" v="47118" actId="1076"/>
          <ac:spMkLst>
            <pc:docMk/>
            <pc:sldMk cId="1743973742" sldId="262"/>
            <ac:spMk id="3" creationId="{7C22D0B2-9CA1-CD20-8970-926F046A1342}"/>
          </ac:spMkLst>
        </pc:spChg>
        <pc:spChg chg="mod">
          <ac:chgData name="Hartman, Lucas" userId="54df504d-6b26-4972-93dd-c21e09d4490b" providerId="ADAL" clId="{DA797BB2-F189-4808-BF03-EC6D040664BC}" dt="2025-10-27T20:37:30.399" v="47117" actId="207"/>
          <ac:spMkLst>
            <pc:docMk/>
            <pc:sldMk cId="1743973742" sldId="262"/>
            <ac:spMk id="4" creationId="{CAEFE446-4AC5-433B-A63A-27AD1E73555E}"/>
          </ac:spMkLst>
        </pc:spChg>
      </pc:sldChg>
      <pc:sldChg chg="delSp modSp new mod ord modClrScheme chgLayout">
        <pc:chgData name="Hartman, Lucas" userId="54df504d-6b26-4972-93dd-c21e09d4490b" providerId="ADAL" clId="{DA797BB2-F189-4808-BF03-EC6D040664BC}" dt="2025-11-17T20:02:31.007" v="49354" actId="20578"/>
        <pc:sldMkLst>
          <pc:docMk/>
          <pc:sldMk cId="968822638" sldId="263"/>
        </pc:sldMkLst>
        <pc:spChg chg="mod ord">
          <ac:chgData name="Hartman, Lucas" userId="54df504d-6b26-4972-93dd-c21e09d4490b" providerId="ADAL" clId="{DA797BB2-F189-4808-BF03-EC6D040664BC}" dt="2025-10-27T20:39:19.360" v="47441" actId="700"/>
          <ac:spMkLst>
            <pc:docMk/>
            <pc:sldMk cId="968822638" sldId="263"/>
            <ac:spMk id="2" creationId="{51F3D967-819C-6F24-759F-60C2612BBC1E}"/>
          </ac:spMkLst>
        </pc:spChg>
        <pc:spChg chg="mod ord">
          <ac:chgData name="Hartman, Lucas" userId="54df504d-6b26-4972-93dd-c21e09d4490b" providerId="ADAL" clId="{DA797BB2-F189-4808-BF03-EC6D040664BC}" dt="2025-11-17T20:02:04.914" v="49351" actId="20577"/>
          <ac:spMkLst>
            <pc:docMk/>
            <pc:sldMk cId="968822638" sldId="263"/>
            <ac:spMk id="3" creationId="{A077C0F5-0588-E220-42F7-C5E40D67B731}"/>
          </ac:spMkLst>
        </pc:spChg>
      </pc:sldChg>
      <pc:sldChg chg="modSp new mod">
        <pc:chgData name="Hartman, Lucas" userId="54df504d-6b26-4972-93dd-c21e09d4490b" providerId="ADAL" clId="{DA797BB2-F189-4808-BF03-EC6D040664BC}" dt="2025-11-17T23:09:04.956" v="49662" actId="14100"/>
        <pc:sldMkLst>
          <pc:docMk/>
          <pc:sldMk cId="3286047367" sldId="264"/>
        </pc:sldMkLst>
        <pc:spChg chg="mod">
          <ac:chgData name="Hartman, Lucas" userId="54df504d-6b26-4972-93dd-c21e09d4490b" providerId="ADAL" clId="{DA797BB2-F189-4808-BF03-EC6D040664BC}" dt="2025-10-27T20:17:41.803" v="44366" actId="20577"/>
          <ac:spMkLst>
            <pc:docMk/>
            <pc:sldMk cId="3286047367" sldId="264"/>
            <ac:spMk id="2" creationId="{CB569169-7154-5F22-7EBF-A1D6829AB1ED}"/>
          </ac:spMkLst>
        </pc:spChg>
        <pc:spChg chg="mod">
          <ac:chgData name="Hartman, Lucas" userId="54df504d-6b26-4972-93dd-c21e09d4490b" providerId="ADAL" clId="{DA797BB2-F189-4808-BF03-EC6D040664BC}" dt="2025-11-17T23:09:04.956" v="49662" actId="14100"/>
          <ac:spMkLst>
            <pc:docMk/>
            <pc:sldMk cId="3286047367" sldId="264"/>
            <ac:spMk id="3" creationId="{613454F2-29F3-C9CE-EA5F-CA0055B4B4CE}"/>
          </ac:spMkLst>
        </pc:spChg>
        <pc:spChg chg="mod">
          <ac:chgData name="Hartman, Lucas" userId="54df504d-6b26-4972-93dd-c21e09d4490b" providerId="ADAL" clId="{DA797BB2-F189-4808-BF03-EC6D040664BC}" dt="2025-11-17T23:09:00.860" v="49661" actId="14100"/>
          <ac:spMkLst>
            <pc:docMk/>
            <pc:sldMk cId="3286047367" sldId="264"/>
            <ac:spMk id="4" creationId="{AEF0D238-AC50-44C6-D03B-502E55C4F0C0}"/>
          </ac:spMkLst>
        </pc:spChg>
      </pc:sldChg>
      <pc:sldChg chg="modSp new mod">
        <pc:chgData name="Hartman, Lucas" userId="54df504d-6b26-4972-93dd-c21e09d4490b" providerId="ADAL" clId="{DA797BB2-F189-4808-BF03-EC6D040664BC}" dt="2025-10-27T20:18:23.624" v="44495" actId="20577"/>
        <pc:sldMkLst>
          <pc:docMk/>
          <pc:sldMk cId="4175797038" sldId="265"/>
        </pc:sldMkLst>
        <pc:spChg chg="mod">
          <ac:chgData name="Hartman, Lucas" userId="54df504d-6b26-4972-93dd-c21e09d4490b" providerId="ADAL" clId="{DA797BB2-F189-4808-BF03-EC6D040664BC}" dt="2025-10-27T20:17:58.736" v="44408" actId="20577"/>
          <ac:spMkLst>
            <pc:docMk/>
            <pc:sldMk cId="4175797038" sldId="265"/>
            <ac:spMk id="2" creationId="{A4BFBE5A-C16E-1223-5A5C-F70683C1C2B5}"/>
          </ac:spMkLst>
        </pc:spChg>
        <pc:spChg chg="mod">
          <ac:chgData name="Hartman, Lucas" userId="54df504d-6b26-4972-93dd-c21e09d4490b" providerId="ADAL" clId="{DA797BB2-F189-4808-BF03-EC6D040664BC}" dt="2025-10-27T20:18:23.624" v="44495" actId="20577"/>
          <ac:spMkLst>
            <pc:docMk/>
            <pc:sldMk cId="4175797038" sldId="265"/>
            <ac:spMk id="3" creationId="{F9322444-2DA1-EE1B-C242-AF9C56063CBD}"/>
          </ac:spMkLst>
        </pc:spChg>
      </pc:sldChg>
      <pc:sldChg chg="modSp new mod">
        <pc:chgData name="Hartman, Lucas" userId="54df504d-6b26-4972-93dd-c21e09d4490b" providerId="ADAL" clId="{DA797BB2-F189-4808-BF03-EC6D040664BC}" dt="2025-10-27T20:18:42.245" v="44527" actId="20577"/>
        <pc:sldMkLst>
          <pc:docMk/>
          <pc:sldMk cId="1056181429" sldId="266"/>
        </pc:sldMkLst>
        <pc:spChg chg="mod">
          <ac:chgData name="Hartman, Lucas" userId="54df504d-6b26-4972-93dd-c21e09d4490b" providerId="ADAL" clId="{DA797BB2-F189-4808-BF03-EC6D040664BC}" dt="2025-10-27T20:18:38.376" v="44518" actId="20577"/>
          <ac:spMkLst>
            <pc:docMk/>
            <pc:sldMk cId="1056181429" sldId="266"/>
            <ac:spMk id="2" creationId="{DBC144FB-5748-6837-8EC4-5E44FC817534}"/>
          </ac:spMkLst>
        </pc:spChg>
        <pc:spChg chg="mod">
          <ac:chgData name="Hartman, Lucas" userId="54df504d-6b26-4972-93dd-c21e09d4490b" providerId="ADAL" clId="{DA797BB2-F189-4808-BF03-EC6D040664BC}" dt="2025-10-27T20:18:42.245" v="44527" actId="20577"/>
          <ac:spMkLst>
            <pc:docMk/>
            <pc:sldMk cId="1056181429" sldId="266"/>
            <ac:spMk id="3" creationId="{4556B2E2-B90A-077D-84D0-383E2374BE9D}"/>
          </ac:spMkLst>
        </pc:spChg>
      </pc:sldChg>
      <pc:sldChg chg="modSp new mod">
        <pc:chgData name="Hartman, Lucas" userId="54df504d-6b26-4972-93dd-c21e09d4490b" providerId="ADAL" clId="{DA797BB2-F189-4808-BF03-EC6D040664BC}" dt="2025-10-27T20:47:39.592" v="48283" actId="207"/>
        <pc:sldMkLst>
          <pc:docMk/>
          <pc:sldMk cId="1581569249" sldId="267"/>
        </pc:sldMkLst>
        <pc:spChg chg="mod">
          <ac:chgData name="Hartman, Lucas" userId="54df504d-6b26-4972-93dd-c21e09d4490b" providerId="ADAL" clId="{DA797BB2-F189-4808-BF03-EC6D040664BC}" dt="2025-10-27T20:18:59.352" v="44553" actId="20577"/>
          <ac:spMkLst>
            <pc:docMk/>
            <pc:sldMk cId="1581569249" sldId="267"/>
            <ac:spMk id="2" creationId="{C101DDE1-FC28-2D4F-FED8-0C6316E6FF26}"/>
          </ac:spMkLst>
        </pc:spChg>
        <pc:spChg chg="mod">
          <ac:chgData name="Hartman, Lucas" userId="54df504d-6b26-4972-93dd-c21e09d4490b" providerId="ADAL" clId="{DA797BB2-F189-4808-BF03-EC6D040664BC}" dt="2025-10-27T20:47:18.046" v="48277" actId="207"/>
          <ac:spMkLst>
            <pc:docMk/>
            <pc:sldMk cId="1581569249" sldId="267"/>
            <ac:spMk id="3" creationId="{33ECD891-D2AC-7A70-9CD5-7877E7DE9480}"/>
          </ac:spMkLst>
        </pc:spChg>
        <pc:spChg chg="mod">
          <ac:chgData name="Hartman, Lucas" userId="54df504d-6b26-4972-93dd-c21e09d4490b" providerId="ADAL" clId="{DA797BB2-F189-4808-BF03-EC6D040664BC}" dt="2025-10-27T20:47:39.592" v="48283" actId="207"/>
          <ac:spMkLst>
            <pc:docMk/>
            <pc:sldMk cId="1581569249" sldId="267"/>
            <ac:spMk id="4" creationId="{1F30F8B9-FC47-919A-11A6-9E465877DAE1}"/>
          </ac:spMkLst>
        </pc:spChg>
      </pc:sldChg>
      <pc:sldChg chg="modSp new mod">
        <pc:chgData name="Hartman, Lucas" userId="54df504d-6b26-4972-93dd-c21e09d4490b" providerId="ADAL" clId="{DA797BB2-F189-4808-BF03-EC6D040664BC}" dt="2025-10-27T20:48:59.241" v="48440" actId="1076"/>
        <pc:sldMkLst>
          <pc:docMk/>
          <pc:sldMk cId="2911607102" sldId="268"/>
        </pc:sldMkLst>
        <pc:spChg chg="mod">
          <ac:chgData name="Hartman, Lucas" userId="54df504d-6b26-4972-93dd-c21e09d4490b" providerId="ADAL" clId="{DA797BB2-F189-4808-BF03-EC6D040664BC}" dt="2025-10-27T20:19:33.600" v="44572" actId="20577"/>
          <ac:spMkLst>
            <pc:docMk/>
            <pc:sldMk cId="2911607102" sldId="268"/>
            <ac:spMk id="2" creationId="{CAD1CE90-1D75-FE3A-6639-9EDA16B41284}"/>
          </ac:spMkLst>
        </pc:spChg>
        <pc:spChg chg="mod">
          <ac:chgData name="Hartman, Lucas" userId="54df504d-6b26-4972-93dd-c21e09d4490b" providerId="ADAL" clId="{DA797BB2-F189-4808-BF03-EC6D040664BC}" dt="2025-10-27T20:48:54.568" v="48439" actId="1076"/>
          <ac:spMkLst>
            <pc:docMk/>
            <pc:sldMk cId="2911607102" sldId="268"/>
            <ac:spMk id="3" creationId="{AC906422-CC65-B2AC-EA35-9B12BC1789DD}"/>
          </ac:spMkLst>
        </pc:spChg>
        <pc:spChg chg="mod">
          <ac:chgData name="Hartman, Lucas" userId="54df504d-6b26-4972-93dd-c21e09d4490b" providerId="ADAL" clId="{DA797BB2-F189-4808-BF03-EC6D040664BC}" dt="2025-10-27T20:48:59.241" v="48440" actId="1076"/>
          <ac:spMkLst>
            <pc:docMk/>
            <pc:sldMk cId="2911607102" sldId="268"/>
            <ac:spMk id="4" creationId="{3238111C-CB1A-99D0-3DD8-C5C620647D67}"/>
          </ac:spMkLst>
        </pc:spChg>
      </pc:sldChg>
      <pc:sldChg chg="modSp new mod">
        <pc:chgData name="Hartman, Lucas" userId="54df504d-6b26-4972-93dd-c21e09d4490b" providerId="ADAL" clId="{DA797BB2-F189-4808-BF03-EC6D040664BC}" dt="2025-10-27T20:52:55.358" v="49347" actId="113"/>
        <pc:sldMkLst>
          <pc:docMk/>
          <pc:sldMk cId="4026363666" sldId="269"/>
        </pc:sldMkLst>
        <pc:spChg chg="mod">
          <ac:chgData name="Hartman, Lucas" userId="54df504d-6b26-4972-93dd-c21e09d4490b" providerId="ADAL" clId="{DA797BB2-F189-4808-BF03-EC6D040664BC}" dt="2025-10-27T20:19:51.073" v="44611" actId="20577"/>
          <ac:spMkLst>
            <pc:docMk/>
            <pc:sldMk cId="4026363666" sldId="269"/>
            <ac:spMk id="2" creationId="{437D618B-8F65-55BC-64FE-296F4F5D23C1}"/>
          </ac:spMkLst>
        </pc:spChg>
        <pc:spChg chg="mod">
          <ac:chgData name="Hartman, Lucas" userId="54df504d-6b26-4972-93dd-c21e09d4490b" providerId="ADAL" clId="{DA797BB2-F189-4808-BF03-EC6D040664BC}" dt="2025-10-27T20:52:55.358" v="49347" actId="113"/>
          <ac:spMkLst>
            <pc:docMk/>
            <pc:sldMk cId="4026363666" sldId="269"/>
            <ac:spMk id="3" creationId="{31C3B7CA-54E2-EDD2-C833-734F2F832B2C}"/>
          </ac:spMkLst>
        </pc:spChg>
      </pc:sldChg>
      <pc:sldChg chg="modSp new mod">
        <pc:chgData name="Hartman, Lucas" userId="54df504d-6b26-4972-93dd-c21e09d4490b" providerId="ADAL" clId="{DA797BB2-F189-4808-BF03-EC6D040664BC}" dt="2025-11-17T21:40:09.081" v="49660" actId="20577"/>
        <pc:sldMkLst>
          <pc:docMk/>
          <pc:sldMk cId="2415100662" sldId="270"/>
        </pc:sldMkLst>
        <pc:spChg chg="mod">
          <ac:chgData name="Hartman, Lucas" userId="54df504d-6b26-4972-93dd-c21e09d4490b" providerId="ADAL" clId="{DA797BB2-F189-4808-BF03-EC6D040664BC}" dt="2025-10-27T20:20:00.095" v="44626" actId="20577"/>
          <ac:spMkLst>
            <pc:docMk/>
            <pc:sldMk cId="2415100662" sldId="270"/>
            <ac:spMk id="2" creationId="{35386A9B-98EB-46F2-5F40-AC420D449081}"/>
          </ac:spMkLst>
        </pc:spChg>
        <pc:spChg chg="mod">
          <ac:chgData name="Hartman, Lucas" userId="54df504d-6b26-4972-93dd-c21e09d4490b" providerId="ADAL" clId="{DA797BB2-F189-4808-BF03-EC6D040664BC}" dt="2025-11-17T21:40:09.081" v="49660" actId="20577"/>
          <ac:spMkLst>
            <pc:docMk/>
            <pc:sldMk cId="2415100662" sldId="270"/>
            <ac:spMk id="3" creationId="{27D1524E-A62B-7208-231E-03750B46F69F}"/>
          </ac:spMkLst>
        </pc:spChg>
      </pc:sldChg>
      <pc:sldChg chg="modSp new mod">
        <pc:chgData name="Hartman, Lucas" userId="54df504d-6b26-4972-93dd-c21e09d4490b" providerId="ADAL" clId="{DA797BB2-F189-4808-BF03-EC6D040664BC}" dt="2025-10-27T20:20:29.135" v="44752" actId="20577"/>
        <pc:sldMkLst>
          <pc:docMk/>
          <pc:sldMk cId="678113636" sldId="271"/>
        </pc:sldMkLst>
        <pc:spChg chg="mod">
          <ac:chgData name="Hartman, Lucas" userId="54df504d-6b26-4972-93dd-c21e09d4490b" providerId="ADAL" clId="{DA797BB2-F189-4808-BF03-EC6D040664BC}" dt="2025-10-27T20:20:08.872" v="44656" actId="20577"/>
          <ac:spMkLst>
            <pc:docMk/>
            <pc:sldMk cId="678113636" sldId="271"/>
            <ac:spMk id="2" creationId="{82FDC1E4-956E-95BC-BD1B-136471604948}"/>
          </ac:spMkLst>
        </pc:spChg>
        <pc:spChg chg="mod">
          <ac:chgData name="Hartman, Lucas" userId="54df504d-6b26-4972-93dd-c21e09d4490b" providerId="ADAL" clId="{DA797BB2-F189-4808-BF03-EC6D040664BC}" dt="2025-10-27T20:20:29.135" v="44752" actId="20577"/>
          <ac:spMkLst>
            <pc:docMk/>
            <pc:sldMk cId="678113636" sldId="271"/>
            <ac:spMk id="3" creationId="{EB389CF3-EDEE-767E-A5DA-34AC1DCD8612}"/>
          </ac:spMkLst>
        </pc:spChg>
      </pc:sldChg>
      <pc:sldChg chg="modSp new mod">
        <pc:chgData name="Hartman, Lucas" userId="54df504d-6b26-4972-93dd-c21e09d4490b" providerId="ADAL" clId="{DA797BB2-F189-4808-BF03-EC6D040664BC}" dt="2025-11-17T20:38:07.864" v="49360" actId="1076"/>
        <pc:sldMkLst>
          <pc:docMk/>
          <pc:sldMk cId="841128391" sldId="272"/>
        </pc:sldMkLst>
        <pc:spChg chg="mod">
          <ac:chgData name="Hartman, Lucas" userId="54df504d-6b26-4972-93dd-c21e09d4490b" providerId="ADAL" clId="{DA797BB2-F189-4808-BF03-EC6D040664BC}" dt="2025-10-27T20:39:28.633" v="47465" actId="20577"/>
          <ac:spMkLst>
            <pc:docMk/>
            <pc:sldMk cId="841128391" sldId="272"/>
            <ac:spMk id="2" creationId="{CFF600C8-38ED-9252-0C6B-F400548B365A}"/>
          </ac:spMkLst>
        </pc:spChg>
        <pc:spChg chg="mod">
          <ac:chgData name="Hartman, Lucas" userId="54df504d-6b26-4972-93dd-c21e09d4490b" providerId="ADAL" clId="{DA797BB2-F189-4808-BF03-EC6D040664BC}" dt="2025-10-27T20:40:42.463" v="47485" actId="207"/>
          <ac:spMkLst>
            <pc:docMk/>
            <pc:sldMk cId="841128391" sldId="272"/>
            <ac:spMk id="3" creationId="{F790ABFE-FE9B-A79E-CA2A-85A5D99044A7}"/>
          </ac:spMkLst>
        </pc:spChg>
        <pc:spChg chg="mod">
          <ac:chgData name="Hartman, Lucas" userId="54df504d-6b26-4972-93dd-c21e09d4490b" providerId="ADAL" clId="{DA797BB2-F189-4808-BF03-EC6D040664BC}" dt="2025-11-17T20:38:07.864" v="49360" actId="1076"/>
          <ac:spMkLst>
            <pc:docMk/>
            <pc:sldMk cId="841128391" sldId="272"/>
            <ac:spMk id="4" creationId="{ECAD89C7-D5C7-337C-6E52-33B1C624CF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1560-1929-4DD1-94DC-AC1181AC876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442A3-8FE8-41A5-941B-C64E68CC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6BEE7-CAF5-419F-B16A-DEA80DCA68C3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690CF-4A08-4FE7-BE90-E14D6CFC9B7C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5FFE8-97A3-4F5F-B323-571FCA8DA25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66700" y="1381734"/>
            <a:ext cx="11658600" cy="22336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608D-1BF4-455A-946A-5F936FD81A7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66700" y="3777270"/>
            <a:ext cx="11658600" cy="1023939"/>
          </a:xfrm>
        </p:spPr>
        <p:txBody>
          <a:bodyPr/>
          <a:lstStyle>
            <a:lvl1pPr marL="0" indent="0" algn="ctr">
              <a:buNone/>
              <a:defRPr sz="2400">
                <a:latin typeface="Intro 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A14235-CF7B-4B1F-8B88-31805FAFF4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" y="262414"/>
            <a:ext cx="2810260" cy="76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429FFC-D3C2-4932-826C-C50E9D52BB4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88AC-6FC4-41E4-B0C7-BC3FC6F2F3E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CC8DB-1863-4F46-8C14-8006763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65125"/>
            <a:ext cx="10172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685E-9D55-4AED-80F4-F1B1F64B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B0088-9B57-499E-8905-F9408D880C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76F0B0-52A9-415E-BDDD-6C6AC9110DF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0C7C9-8675-4FB5-9B44-91DC8149DD51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FDE69-FA51-465E-8031-A8B9CE7F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19200"/>
            <a:ext cx="11102975" cy="2362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B05F-FD14-4BF4-8D8D-9CE477E8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08388"/>
            <a:ext cx="111029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Intro Light" panose="020000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3D0E6-F047-498B-A642-C408BE5C51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FF7F9-243E-4243-8C78-D3B003593337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06C3C-002F-458B-89F0-883784178012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5A4B6-0C7A-4D6B-867E-D0A9EB0F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365125"/>
            <a:ext cx="10177272" cy="9493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496E-328F-46FD-AFCD-3EAB7EFC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417A-0498-4636-9802-A1E62C15E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03174-B021-4DE8-B6BC-00313E78F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2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4581DE-391D-4AF5-8AC0-79A5C7D9CDA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D1C13-B2C9-4139-AFC5-3E9E8077C825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137C-739B-4FCC-A7FB-460B8A7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40" y="365125"/>
            <a:ext cx="10177272" cy="950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D8A7-0808-42AF-84B4-C5BF0102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940" y="1681163"/>
            <a:ext cx="48226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779-9E08-4924-91C0-C9E06E97D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940" y="2505075"/>
            <a:ext cx="4822635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7B143-C822-41B4-9130-CB8E044B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681163"/>
            <a:ext cx="51609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A1E92-8D76-489D-BB0C-199AA38F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505075"/>
            <a:ext cx="516096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3B9C88-5804-4FDC-B7F5-BDBD0348E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6F83720-A64F-4A58-A5BC-1B9715C131E0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C010B-9BA1-41E1-BFD8-FDF4E5D30D68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C78A-4AF7-47A5-88E0-BCE915BA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64" y="288512"/>
            <a:ext cx="10177272" cy="3216275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D0358-8763-4DDB-B361-5FDF53D39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68C791-EEDD-4B06-AF1A-8A3BECF65C82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87EE4-BCA2-465C-9B98-91AA0F437DB3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33FBD-37BF-4BD1-87AF-4087E23201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199BC5-9D4E-43BF-A02C-A547194F8182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783CA-063C-4CAD-AFC5-05C976443BF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DC10-A2BD-4783-80A5-23F85CC2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E3B2-2EB5-461B-BEDE-B1DB448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8FA-2A2C-4A53-9A1E-98AAFCCC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98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711EA9-1F10-43CB-AF2C-4754BAEB5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436B1-97C6-4B73-A082-7D78DB820115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AC63-6274-4558-8904-89260A26554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0E9BF-DCE6-44E7-BDFA-FD7C8967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D252-4412-4655-AC19-19A147A1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024B7-B72A-43BE-9C0D-2D8E5C27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8FEA5-8A8C-43A3-9233-939FB64E17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91B9AB-0584-476D-95F0-F190C5DB8D08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B13896-D1FA-4DA8-8DCA-19E54095DED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D7129-1025-4E90-87FB-C88427C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4" y="365125"/>
            <a:ext cx="1017727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73D8-6EB4-40AA-97B0-3A4D8126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02D428-9159-4CB4-9240-9ACF55185B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A756C3-6D05-490B-8E62-1B73F377D00A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9F47A-7580-4E34-8D48-F9E0A7D31B50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C942-A484-454D-A5E8-9ECBA50B0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6C6E-4F31-4C15-8984-CBB6FE027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5850" y="365125"/>
            <a:ext cx="748665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6DD1F-DF46-43B1-9575-0AEF8D9B19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411E7-88B2-420C-9612-DA4AB09C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FCD0-F869-4BB1-B84C-B9435337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5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007CBD"/>
          </a:solidFill>
          <a:latin typeface="Intro Bold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2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60D-668E-44FF-BA61-B56EE8830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2FC2-B1F9-4263-A786-D0159CDB7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Adv. Python Programming – Module 5</a:t>
            </a:r>
          </a:p>
        </p:txBody>
      </p:sp>
    </p:spTree>
    <p:extLst>
      <p:ext uri="{BB962C8B-B14F-4D97-AF65-F5344CB8AC3E}">
        <p14:creationId xmlns:p14="http://schemas.microsoft.com/office/powerpoint/2010/main" val="252053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D479-CACF-1889-D772-C6673C28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unit testing? Why do we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7DBA9-5E52-82AB-E622-ADB524751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Unit tests are small, automated checks that verify a tiny piece of code (“unit”)</a:t>
            </a:r>
          </a:p>
          <a:p>
            <a:pPr lvl="1"/>
            <a:r>
              <a:rPr lang="en-US" dirty="0"/>
              <a:t>Usually, a single function or method</a:t>
            </a:r>
          </a:p>
          <a:p>
            <a:r>
              <a:rPr lang="en-US" dirty="0"/>
              <a:t>They help you catch bugs early, refactor safely and help act as a living document for behavior</a:t>
            </a:r>
          </a:p>
          <a:p>
            <a:r>
              <a:rPr lang="en-US" dirty="0"/>
              <a:t>Good tests are fast, repeatable, and isolated</a:t>
            </a:r>
          </a:p>
          <a:p>
            <a:pPr lvl="1"/>
            <a:r>
              <a:rPr lang="en-US" dirty="0"/>
              <a:t>If they depend on user input, files or the network we typically fake </a:t>
            </a:r>
            <a:r>
              <a:rPr lang="en-US" dirty="0" err="1"/>
              <a:t>thos</a:t>
            </a:r>
            <a:r>
              <a:rPr lang="en-US" dirty="0"/>
              <a:t> bits</a:t>
            </a:r>
          </a:p>
          <a:p>
            <a:r>
              <a:rPr lang="en-US" dirty="0"/>
              <a:t>Tests focus on a single behavior</a:t>
            </a:r>
          </a:p>
          <a:p>
            <a:r>
              <a:rPr lang="en-US" dirty="0"/>
              <a:t>We will be using Python’s built in library </a:t>
            </a:r>
            <a:r>
              <a:rPr lang="en-US" b="1" dirty="0" err="1">
                <a:latin typeface="Consolas" panose="020B0609020204030204" pitchFamily="49" charset="0"/>
              </a:rPr>
              <a:t>unittest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dirty="0">
                <a:latin typeface="Adobe Garamond Pro" panose="02020502060506020403"/>
              </a:rPr>
              <a:t>You will see that all methods for testing are “assert”</a:t>
            </a:r>
          </a:p>
          <a:p>
            <a:pPr lvl="1"/>
            <a:r>
              <a:rPr lang="en-US" dirty="0">
                <a:latin typeface="Adobe Garamond Pro" panose="02020502060506020403"/>
              </a:rPr>
              <a:t>Assert in English means to “state something confidently as a fact.” – test writing is just that, telling what the code will do</a:t>
            </a:r>
          </a:p>
        </p:txBody>
      </p:sp>
    </p:spTree>
    <p:extLst>
      <p:ext uri="{BB962C8B-B14F-4D97-AF65-F5344CB8AC3E}">
        <p14:creationId xmlns:p14="http://schemas.microsoft.com/office/powerpoint/2010/main" val="6797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1605-DAAB-CCBF-BD84-B5E8EA60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with </a:t>
            </a:r>
            <a:r>
              <a:rPr lang="en-US" dirty="0" err="1"/>
              <a:t>unittest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DECF8-476D-302C-3182-816A0BA59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354" y="1601468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Python’s built-in </a:t>
            </a:r>
            <a:r>
              <a:rPr lang="en-US" b="1" dirty="0" err="1">
                <a:latin typeface="Consolas" panose="020B0609020204030204" pitchFamily="49" charset="0"/>
              </a:rPr>
              <a:t>unittest</a:t>
            </a:r>
            <a:r>
              <a:rPr lang="en-US" dirty="0"/>
              <a:t> framework discovers tests in classes that inherit from </a:t>
            </a:r>
            <a:r>
              <a:rPr lang="en-US" b="1" dirty="0" err="1">
                <a:latin typeface="Consolas" panose="020B0609020204030204" pitchFamily="49" charset="0"/>
              </a:rPr>
              <a:t>TestCase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dirty="0"/>
              <a:t>Each method starts with </a:t>
            </a:r>
            <a:r>
              <a:rPr lang="en-US" b="1" dirty="0">
                <a:latin typeface="Consolas" panose="020B0609020204030204" pitchFamily="49" charset="0"/>
              </a:rPr>
              <a:t>test_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427A9-9F95-10A8-DE66-77FB5F691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9641" y="1601468"/>
            <a:ext cx="7123851" cy="3871385"/>
          </a:xfrm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test_math_utils.py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add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(a, b):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 + b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TestAdd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test_add_integers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self.assertEqual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(add(2, 3), 5)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test_add_floats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self.assertAlmostEqual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(add(0.1, 0.2), 0.3, places=7)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__name__ == </a:t>
            </a:r>
            <a:r>
              <a:rPr lang="en-US" sz="13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"__main__"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unittest.main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36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8558-6E49-783C-E582-D8EB09CA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62F60-E151-C469-CD5F-63C888CD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913" y="1500505"/>
            <a:ext cx="101727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following are the assert methods that you will want to leverage for building your unit tests</a:t>
            </a:r>
          </a:p>
          <a:p>
            <a:pPr lvl="1"/>
            <a:r>
              <a:rPr lang="en-US" b="1" dirty="0" err="1"/>
              <a:t>assertEquals</a:t>
            </a:r>
            <a:r>
              <a:rPr lang="en-US" b="1" dirty="0"/>
              <a:t>(a, b)</a:t>
            </a:r>
            <a:r>
              <a:rPr lang="en-US" dirty="0"/>
              <a:t> – values are equal (numbers, strings, lists, </a:t>
            </a:r>
            <a:r>
              <a:rPr lang="en-US" dirty="0" err="1"/>
              <a:t>dataclasses</a:t>
            </a:r>
            <a:r>
              <a:rPr lang="en-US" dirty="0"/>
              <a:t> with __eq__ defined, etc.)</a:t>
            </a:r>
          </a:p>
          <a:p>
            <a:pPr lvl="1"/>
            <a:r>
              <a:rPr lang="en-US" b="1" dirty="0" err="1"/>
              <a:t>assertNotEqual</a:t>
            </a:r>
            <a:r>
              <a:rPr lang="en-US" b="1" dirty="0"/>
              <a:t>(a, b)</a:t>
            </a:r>
            <a:r>
              <a:rPr lang="en-US" dirty="0"/>
              <a:t> – values differ</a:t>
            </a:r>
          </a:p>
          <a:p>
            <a:pPr lvl="1"/>
            <a:r>
              <a:rPr lang="en-US" b="1" dirty="0" err="1"/>
              <a:t>assertTrue</a:t>
            </a:r>
            <a:r>
              <a:rPr lang="en-US" b="1" dirty="0"/>
              <a:t>(x)/</a:t>
            </a:r>
            <a:r>
              <a:rPr lang="en-US" b="1" dirty="0" err="1"/>
              <a:t>assertFalse</a:t>
            </a:r>
            <a:r>
              <a:rPr lang="en-US" b="1" dirty="0"/>
              <a:t>(x)</a:t>
            </a:r>
            <a:r>
              <a:rPr lang="en-US" dirty="0"/>
              <a:t> – Boolean conditions</a:t>
            </a:r>
          </a:p>
          <a:p>
            <a:pPr lvl="1"/>
            <a:r>
              <a:rPr lang="en-US" b="1" dirty="0" err="1"/>
              <a:t>assertIs</a:t>
            </a:r>
            <a:r>
              <a:rPr lang="en-US" b="1" dirty="0"/>
              <a:t>(a, b)/</a:t>
            </a:r>
            <a:r>
              <a:rPr lang="en-US" b="1" dirty="0" err="1"/>
              <a:t>assertIsNot</a:t>
            </a:r>
            <a:r>
              <a:rPr lang="en-US" b="1" dirty="0"/>
              <a:t>(a, b)</a:t>
            </a:r>
            <a:r>
              <a:rPr lang="en-US" dirty="0"/>
              <a:t> – Identity checks (same object).</a:t>
            </a:r>
          </a:p>
          <a:p>
            <a:pPr lvl="1"/>
            <a:r>
              <a:rPr lang="en-US" b="1" dirty="0" err="1"/>
              <a:t>assertIsNone</a:t>
            </a:r>
            <a:r>
              <a:rPr lang="en-US" b="1" dirty="0"/>
              <a:t>(x)/</a:t>
            </a:r>
            <a:r>
              <a:rPr lang="en-US" b="1" dirty="0" err="1"/>
              <a:t>assertIsNotNone</a:t>
            </a:r>
            <a:r>
              <a:rPr lang="en-US" b="1" dirty="0"/>
              <a:t>(x)</a:t>
            </a:r>
            <a:r>
              <a:rPr lang="en-US" dirty="0"/>
              <a:t> – presence checks</a:t>
            </a:r>
          </a:p>
          <a:p>
            <a:pPr lvl="1"/>
            <a:r>
              <a:rPr lang="en-US" b="1" dirty="0" err="1"/>
              <a:t>assertIn</a:t>
            </a:r>
            <a:r>
              <a:rPr lang="en-US" b="1" dirty="0"/>
              <a:t>(member, container)/</a:t>
            </a:r>
            <a:r>
              <a:rPr lang="en-US" b="1" dirty="0" err="1"/>
              <a:t>assertNotIn</a:t>
            </a:r>
            <a:r>
              <a:rPr lang="en-US" b="1" dirty="0"/>
              <a:t>(member, container)</a:t>
            </a:r>
            <a:r>
              <a:rPr lang="en-US" dirty="0"/>
              <a:t> – sees if the ‘member’ is in a container (like a list/</a:t>
            </a:r>
            <a:r>
              <a:rPr lang="en-US" dirty="0" err="1"/>
              <a:t>dict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Order Relations</a:t>
            </a:r>
          </a:p>
          <a:p>
            <a:pPr lvl="2"/>
            <a:r>
              <a:rPr lang="en-US" sz="2200" b="1" dirty="0" err="1"/>
              <a:t>assertGreater</a:t>
            </a:r>
            <a:r>
              <a:rPr lang="en-US" sz="2200" b="1" dirty="0"/>
              <a:t>(a, b) </a:t>
            </a:r>
            <a:r>
              <a:rPr lang="en-US" sz="2200" dirty="0"/>
              <a:t>– checks that a &gt; b</a:t>
            </a:r>
          </a:p>
          <a:p>
            <a:pPr lvl="2"/>
            <a:r>
              <a:rPr lang="en-US" sz="2200" b="1" dirty="0" err="1"/>
              <a:t>assertLess</a:t>
            </a:r>
            <a:r>
              <a:rPr lang="en-US" sz="2200" b="1" dirty="0"/>
              <a:t>(a, b) </a:t>
            </a:r>
            <a:r>
              <a:rPr lang="en-US" sz="2200" dirty="0"/>
              <a:t>– checks that a &lt; b</a:t>
            </a:r>
          </a:p>
          <a:p>
            <a:pPr lvl="2"/>
            <a:r>
              <a:rPr lang="en-US" sz="2200" b="1" dirty="0" err="1"/>
              <a:t>assertGreaterEqual</a:t>
            </a:r>
            <a:r>
              <a:rPr lang="en-US" sz="2200" b="1" dirty="0"/>
              <a:t>(</a:t>
            </a:r>
            <a:r>
              <a:rPr lang="en-US" sz="2200" b="1" dirty="0" err="1"/>
              <a:t>a,b</a:t>
            </a:r>
            <a:r>
              <a:rPr lang="en-US" sz="2200" b="1" dirty="0"/>
              <a:t>) </a:t>
            </a:r>
            <a:r>
              <a:rPr lang="en-US" sz="2200" dirty="0"/>
              <a:t>– checks that a &gt;= b</a:t>
            </a:r>
          </a:p>
          <a:p>
            <a:pPr lvl="2"/>
            <a:r>
              <a:rPr lang="en-US" sz="2200" b="1" dirty="0" err="1"/>
              <a:t>assertLessEqual</a:t>
            </a:r>
            <a:r>
              <a:rPr lang="en-US" sz="2200" b="1" dirty="0"/>
              <a:t>(</a:t>
            </a:r>
            <a:r>
              <a:rPr lang="en-US" sz="2200" b="1" dirty="0" err="1"/>
              <a:t>a,b</a:t>
            </a:r>
            <a:r>
              <a:rPr lang="en-US" sz="2200" b="1" dirty="0"/>
              <a:t>) </a:t>
            </a:r>
            <a:r>
              <a:rPr lang="en-US" sz="2200" dirty="0"/>
              <a:t>– checks that a &lt;= b</a:t>
            </a:r>
          </a:p>
          <a:p>
            <a:pPr lvl="1"/>
            <a:r>
              <a:rPr lang="en-US" b="1" dirty="0" err="1"/>
              <a:t>assertRaises</a:t>
            </a:r>
            <a:r>
              <a:rPr lang="en-US" b="1" dirty="0"/>
              <a:t>(</a:t>
            </a:r>
            <a:r>
              <a:rPr lang="en-US" b="1" dirty="0" err="1"/>
              <a:t>ExceptionType</a:t>
            </a:r>
            <a:r>
              <a:rPr lang="en-US" b="1" dirty="0"/>
              <a:t>)</a:t>
            </a:r>
            <a:r>
              <a:rPr lang="en-US" dirty="0"/>
              <a:t> – verify code raises an expected exception (see 5.7)</a:t>
            </a:r>
          </a:p>
          <a:p>
            <a:pPr lvl="1"/>
            <a:r>
              <a:rPr lang="en-US" b="1" dirty="0" err="1"/>
              <a:t>assertAlmostEqual</a:t>
            </a:r>
            <a:r>
              <a:rPr lang="en-US" b="1" dirty="0"/>
              <a:t>(a, b, places=#)</a:t>
            </a:r>
            <a:r>
              <a:rPr lang="en-US" dirty="0"/>
              <a:t> – floating-point comparisons</a:t>
            </a:r>
          </a:p>
          <a:p>
            <a:r>
              <a:rPr lang="en-US" dirty="0"/>
              <a:t>Use the most specific assert available to produce helpful failure messages.</a:t>
            </a:r>
          </a:p>
        </p:txBody>
      </p:sp>
    </p:spTree>
    <p:extLst>
      <p:ext uri="{BB962C8B-B14F-4D97-AF65-F5344CB8AC3E}">
        <p14:creationId xmlns:p14="http://schemas.microsoft.com/office/powerpoint/2010/main" val="127940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867E-84CD-1B0A-D421-0496ABB8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Discovery, layout and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1B8D5-BC7D-B8C9-E957-B12FA7D0A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 is important for testing and the automation of running tests to keep all files together</a:t>
            </a:r>
          </a:p>
          <a:p>
            <a:r>
              <a:rPr lang="en-US" dirty="0"/>
              <a:t>Name test files a </a:t>
            </a:r>
            <a:r>
              <a:rPr lang="en-US" b="1" dirty="0">
                <a:latin typeface="Consolas" panose="020B0609020204030204" pitchFamily="49" charset="0"/>
              </a:rPr>
              <a:t>test_*.py</a:t>
            </a:r>
            <a:r>
              <a:rPr lang="en-US" dirty="0"/>
              <a:t> or </a:t>
            </a:r>
            <a:r>
              <a:rPr lang="en-US" b="1" dirty="0">
                <a:latin typeface="Consolas" panose="020B0609020204030204" pitchFamily="49" charset="0"/>
              </a:rPr>
              <a:t>*_test.py</a:t>
            </a:r>
          </a:p>
          <a:p>
            <a:pPr lvl="1"/>
            <a:r>
              <a:rPr lang="en-US" dirty="0"/>
              <a:t>Where ‘*’ would be name of file testing</a:t>
            </a:r>
          </a:p>
          <a:p>
            <a:r>
              <a:rPr lang="en-US" dirty="0"/>
              <a:t>Group them together in a package/folder like “test”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test/test_utils.py</a:t>
            </a:r>
          </a:p>
          <a:p>
            <a:r>
              <a:rPr lang="en-US" dirty="0"/>
              <a:t>Then when you run </a:t>
            </a:r>
            <a:r>
              <a:rPr lang="en-US" dirty="0" err="1"/>
              <a:t>unittest</a:t>
            </a:r>
            <a:r>
              <a:rPr lang="en-US" dirty="0"/>
              <a:t> it easily finds the files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python –m </a:t>
            </a:r>
            <a:r>
              <a:rPr lang="en-US" b="1" dirty="0" err="1">
                <a:latin typeface="Consolas" panose="020B0609020204030204" pitchFamily="49" charset="0"/>
              </a:rPr>
              <a:t>unittest</a:t>
            </a:r>
            <a:endParaRPr lang="en-US" b="1" dirty="0">
              <a:latin typeface="Consolas" panose="020B0609020204030204" pitchFamily="49" charset="0"/>
            </a:endParaRP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python –m </a:t>
            </a:r>
            <a:r>
              <a:rPr lang="en-US" b="1" dirty="0" err="1">
                <a:latin typeface="Consolas" panose="020B0609020204030204" pitchFamily="49" charset="0"/>
              </a:rPr>
              <a:t>unittest</a:t>
            </a:r>
            <a:r>
              <a:rPr lang="en-US" b="1" dirty="0">
                <a:latin typeface="Consolas" panose="020B0609020204030204" pitchFamily="49" charset="0"/>
              </a:rPr>
              <a:t> discover</a:t>
            </a:r>
            <a:r>
              <a:rPr lang="en-US" dirty="0"/>
              <a:t>  (discover gives options that you may add)</a:t>
            </a:r>
          </a:p>
          <a:p>
            <a:r>
              <a:rPr lang="en-US" dirty="0"/>
              <a:t>It is important to use clear names so both </a:t>
            </a:r>
            <a:r>
              <a:rPr lang="en-US" dirty="0" err="1"/>
              <a:t>unittest</a:t>
            </a:r>
            <a:r>
              <a:rPr lang="en-US" dirty="0"/>
              <a:t> and YOU the programmer know what each file and method is doing</a:t>
            </a:r>
          </a:p>
          <a:p>
            <a:pPr lvl="1"/>
            <a:r>
              <a:rPr lang="en-US" dirty="0"/>
              <a:t>Class names: </a:t>
            </a:r>
            <a:r>
              <a:rPr lang="en-US" b="1" dirty="0">
                <a:latin typeface="Consolas" panose="020B0609020204030204" pitchFamily="49" charset="0"/>
              </a:rPr>
              <a:t>Test&lt;Thing&gt;</a:t>
            </a:r>
          </a:p>
          <a:p>
            <a:pPr lvl="1"/>
            <a:r>
              <a:rPr lang="en-US" dirty="0"/>
              <a:t>Class methods:  </a:t>
            </a:r>
            <a:r>
              <a:rPr lang="en-US" b="1" dirty="0">
                <a:latin typeface="Consolas" panose="020B0609020204030204" pitchFamily="49" charset="0"/>
              </a:rPr>
              <a:t>test_&lt;behavior&gt;.</a:t>
            </a:r>
            <a:r>
              <a:rPr lang="en-US" b="1" dirty="0" err="1">
                <a:latin typeface="Consolas" panose="020B0609020204030204" pitchFamily="49" charset="0"/>
              </a:rPr>
              <a:t>py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292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DFE5C-5014-E32A-9B7E-71CEC4E15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Fixtures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59B64-99AF-11A4-C2B2-16A8B39E4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4607" y="1290848"/>
            <a:ext cx="4843272" cy="5313151"/>
          </a:xfrm>
        </p:spPr>
        <p:txBody>
          <a:bodyPr>
            <a:noAutofit/>
          </a:bodyPr>
          <a:lstStyle/>
          <a:p>
            <a:r>
              <a:rPr lang="en-US" dirty="0"/>
              <a:t>Fixtures create a clean slate for each test and then clean up</a:t>
            </a:r>
          </a:p>
          <a:p>
            <a:r>
              <a:rPr lang="en-US" dirty="0"/>
              <a:t>Use the setup for per-test initialization and teardown for cleanup</a:t>
            </a:r>
          </a:p>
          <a:p>
            <a:pPr lvl="1"/>
            <a:r>
              <a:rPr lang="en-US" dirty="0"/>
              <a:t>Like creating an object for testing</a:t>
            </a:r>
          </a:p>
          <a:p>
            <a:pPr lvl="1"/>
            <a:r>
              <a:rPr lang="en-US" dirty="0"/>
              <a:t>Or here a list that is empty to add to</a:t>
            </a:r>
          </a:p>
          <a:p>
            <a:r>
              <a:rPr lang="en-US" dirty="0"/>
              <a:t>The class methods </a:t>
            </a:r>
            <a:r>
              <a:rPr lang="en-US" dirty="0" err="1"/>
              <a:t>setUpClass</a:t>
            </a:r>
            <a:r>
              <a:rPr lang="en-US" dirty="0"/>
              <a:t>/</a:t>
            </a:r>
            <a:r>
              <a:rPr lang="en-US" dirty="0" err="1"/>
              <a:t>tearDownClass</a:t>
            </a:r>
            <a:r>
              <a:rPr lang="en-US" dirty="0"/>
              <a:t> run once per class when you have expensive setup and share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@classmethod</a:t>
            </a:r>
            <a:r>
              <a:rPr lang="en-US" dirty="0"/>
              <a:t> is required on these methods as they run on the class itself, not on each individual test instance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3EA684-3136-0D73-D193-22B5E7D5EB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setUp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self.items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[]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tearDown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self.items.clear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test_add_item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self.items.append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"book"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self.assertIn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"book"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self.items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@classmethod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setUpClass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cls.catalog_loaded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True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@classmethod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tearDownClass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cls.catalog_loaded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False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69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0DCE-F1DA-03D5-E1EF-73DE4447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Pure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2D0B2-9CA1-CD20-8970-926F046A1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1115" y="1552574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The easiest tests are those that test pure functionality – no Input/Output</a:t>
            </a:r>
          </a:p>
          <a:p>
            <a:r>
              <a:rPr lang="en-US" dirty="0"/>
              <a:t>These encourage clean design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FE446-4AC5-433B-A63A-27AD1E735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0933" y="1552575"/>
            <a:ext cx="6637867" cy="4143375"/>
          </a:xfrm>
          <a:solidFill>
            <a:schemeClr val="bg1"/>
          </a:solidFill>
        </p:spPr>
        <p:txBody>
          <a:bodyPr>
            <a:normAutofit fontScale="5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utils.py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percent_change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(old, new):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old == 0: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raise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ZeroDivisionError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"old value cannot be zero"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((new - old) / old) * 100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test_utils.py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utils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percent_change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TestPercentChange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test_positive_growth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self.assertAlmostEqual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percent_change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(100, 120), 20.0)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test_negative_growth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self.assertAlmostEqual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percent_change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(200, 150), -25.0)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test_zero_old_raises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self.assertRaises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ZeroDivisionError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percent_change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(0, 10)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97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D967-819C-6F24-759F-60C2612B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7C0F5-0588-E220-42F7-C5E40D67B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also want to test your objects</a:t>
            </a:r>
          </a:p>
          <a:p>
            <a:r>
              <a:rPr lang="en-US" dirty="0"/>
              <a:t>Making sure to test behaviors, dunder methods and any class specific behaviors</a:t>
            </a:r>
          </a:p>
          <a:p>
            <a:r>
              <a:rPr lang="en-US" dirty="0"/>
              <a:t>We are testing both data and representations</a:t>
            </a:r>
          </a:p>
          <a:p>
            <a:r>
              <a:rPr lang="en-US" dirty="0"/>
              <a:t>Each method name should read easily and you will understand what it is testing</a:t>
            </a:r>
          </a:p>
        </p:txBody>
      </p:sp>
    </p:spTree>
    <p:extLst>
      <p:ext uri="{BB962C8B-B14F-4D97-AF65-F5344CB8AC3E}">
        <p14:creationId xmlns:p14="http://schemas.microsoft.com/office/powerpoint/2010/main" val="96882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600C8-38ED-9252-0C6B-F400548B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Objects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0ABFE-FE9B-A79E-CA2A-85A5D9904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613" y="1552575"/>
            <a:ext cx="5769187" cy="5207212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employees.py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Employee: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name, department):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self._name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name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self._department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department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__str__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f"Name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{</a:t>
            </a:r>
            <a:r>
              <a:rPr lang="en-US" sz="10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self._name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}\</a:t>
            </a:r>
            <a:r>
              <a:rPr lang="en-US" sz="10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nDepartment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{</a:t>
            </a:r>
            <a:r>
              <a:rPr lang="en-US" sz="10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self._department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}"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SalariedEmployee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(Employee):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name, department,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annual_salary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super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().__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__(name, department)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self._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annual_salary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annual_salary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weekly_pay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 -&gt;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self._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annual_salary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/ 52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__str__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base =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super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().__str__()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f"{base}\</a:t>
            </a:r>
            <a:r>
              <a:rPr lang="en-US" sz="10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nWeekly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Pay: ${</a:t>
            </a:r>
            <a:r>
              <a:rPr lang="en-US" sz="10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self.weekly_pay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():.2f}"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HourlyEmployee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(Employee):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name, department,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hourly_rate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hours_worked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super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().__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__(name, department)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self._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hourly_rate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hourly_rate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self._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hours_worked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hours_worked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weekly_pay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 -&gt;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self._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hourly_rate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* self._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hours_worked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__str__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base =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super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().__str__()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f"{base}\</a:t>
            </a:r>
            <a:r>
              <a:rPr lang="en-US" sz="10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nWeekly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Pay: ${</a:t>
            </a:r>
            <a:r>
              <a:rPr lang="en-US" sz="10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self.weekly_pay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():.2f}"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D89C7-D5C7-337C-6E52-33B1C624C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182495"/>
            <a:ext cx="5931745" cy="3195532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test_employees.py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employees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Employee,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SalariedEmployee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HourlyEmployee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TestEmployeeHierarchy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test_str_base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e = Employee(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"Ava"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"Support"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self.assertIn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"Name: Ava"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(e))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self.assertIn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"Department: Support"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(e))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test_salaried_weekly_pay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e =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SalariedEmployee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"Liam"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"Management"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104000)  </a:t>
            </a:r>
            <a:r>
              <a:rPr lang="en-US" sz="10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$2000/week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self.assertEqual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e.weekly_pay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(), 2000)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test_hourly_weekly_pay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e =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HourlyEmployee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"Noah"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"Sales"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20.0, 30)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self.assertEqual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e.weekly_pay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(), 600.0)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41128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BE5A-C16E-1223-5A5C-F70683C1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functionality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22444-2DA1-EE1B-C242-AF9C56063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write some tests for bank accounts and system functionality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79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144FB-5748-6837-8EC4-5E44FC817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 and Mocking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6B2E2-B90A-077D-84D0-383E2374B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5618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9169-7154-5F22-7EBF-A1D6829A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454F2-29F3-C9CE-EA5F-CA0055B4B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195" y="1552575"/>
            <a:ext cx="3720592" cy="4143375"/>
          </a:xfrm>
        </p:spPr>
        <p:txBody>
          <a:bodyPr>
            <a:noAutofit/>
          </a:bodyPr>
          <a:lstStyle/>
          <a:p>
            <a:r>
              <a:rPr lang="en-US" dirty="0"/>
              <a:t>Use </a:t>
            </a:r>
            <a:r>
              <a:rPr lang="en-US" dirty="0" err="1"/>
              <a:t>assertRaises</a:t>
            </a:r>
            <a:r>
              <a:rPr lang="en-US" dirty="0"/>
              <a:t> as a context manager when you expect errors</a:t>
            </a:r>
          </a:p>
          <a:p>
            <a:r>
              <a:rPr lang="en-US" dirty="0"/>
              <a:t>Assert on the message for clarity so failures are informative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0D238-AC50-44C6-D03B-502E55C4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0347" y="1484842"/>
            <a:ext cx="7213599" cy="4143375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parse_percent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(text: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not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text.endswith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"%"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raise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"Missing %"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(text[:-1])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TestParsing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test_valid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self.assertAlmostEqual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parse_percent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"12.5%"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), 12.5)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test_missing_symbol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self.assertRaises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cm: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parse_percent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"12.5"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self.assertIn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"Missing %"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cm.exception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7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DDE1-FC28-2D4F-FED8-0C6316E6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using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CD891-D2AC-7A70-9CD5-7877E7DE9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854998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800" dirty="0"/>
              <a:t>When testing you should avoid real user input or printed output</a:t>
            </a:r>
          </a:p>
          <a:p>
            <a:pPr lvl="1"/>
            <a:r>
              <a:rPr lang="en-US" sz="1800" dirty="0"/>
              <a:t>tests should run automatically remember?</a:t>
            </a:r>
          </a:p>
          <a:p>
            <a:r>
              <a:rPr lang="en-US" sz="1800" dirty="0"/>
              <a:t>TO accomplish this, Python’s </a:t>
            </a:r>
            <a:r>
              <a:rPr lang="en-US" sz="1800" dirty="0" err="1"/>
              <a:t>unittest</a:t>
            </a:r>
            <a:r>
              <a:rPr lang="en-US" sz="1800" dirty="0"/>
              <a:t> has a mock module to replace built-in functions like input() or print()</a:t>
            </a:r>
          </a:p>
          <a:p>
            <a:pPr lvl="1"/>
            <a:r>
              <a:rPr lang="en-US" sz="1800" dirty="0"/>
              <a:t>these simulate using fake versions</a:t>
            </a:r>
          </a:p>
          <a:p>
            <a:r>
              <a:rPr lang="en-US" sz="1800" dirty="0"/>
              <a:t>The @patch decorator from </a:t>
            </a:r>
            <a:r>
              <a:rPr lang="en-US" sz="1800" dirty="0" err="1"/>
              <a:t>unittest.mock</a:t>
            </a:r>
            <a:r>
              <a:rPr lang="en-US" sz="1800" dirty="0"/>
              <a:t> replaces the real function</a:t>
            </a:r>
          </a:p>
          <a:p>
            <a:pPr lvl="1"/>
            <a:r>
              <a:rPr lang="en-US" sz="1800" dirty="0" err="1"/>
              <a:t>builtins.input</a:t>
            </a:r>
            <a:r>
              <a:rPr lang="en-US" sz="1800" dirty="0"/>
              <a:t> replaces input() using </a:t>
            </a:r>
            <a:r>
              <a:rPr lang="en-US" sz="1800" dirty="0" err="1"/>
              <a:t>return_value</a:t>
            </a:r>
            <a:r>
              <a:rPr lang="en-US" sz="1800" dirty="0"/>
              <a:t> to set</a:t>
            </a:r>
          </a:p>
          <a:p>
            <a:pPr lvl="1"/>
            <a:r>
              <a:rPr lang="en-US" sz="1800" dirty="0" err="1"/>
              <a:t>builtins.print</a:t>
            </a:r>
            <a:r>
              <a:rPr lang="en-US" sz="1800" dirty="0"/>
              <a:t> replaces the print </a:t>
            </a:r>
          </a:p>
          <a:p>
            <a:r>
              <a:rPr lang="en-US" sz="1800" dirty="0"/>
              <a:t>Order of decorators and parameters matters</a:t>
            </a:r>
          </a:p>
          <a:p>
            <a:pPr lvl="1"/>
            <a:r>
              <a:rPr lang="en-US" sz="1800" dirty="0"/>
              <a:t>lowest decorator (</a:t>
            </a:r>
            <a:r>
              <a:rPr lang="en-US" sz="1800" dirty="0" err="1"/>
              <a:t>mock_print</a:t>
            </a:r>
            <a:r>
              <a:rPr lang="en-US" sz="1800" dirty="0"/>
              <a:t>) matches first decorator above the function</a:t>
            </a:r>
          </a:p>
          <a:p>
            <a:pPr lvl="1"/>
            <a:r>
              <a:rPr lang="en-US" sz="1800" dirty="0"/>
              <a:t>The next ones matches second, and so 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0F8B9-FC47-919A-11A6-9E465877D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857238" cy="4577292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app.py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ask_name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name =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"Enter name: 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print(</a:t>
            </a:r>
            <a:r>
              <a:rPr lang="en-US" sz="1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f"Hello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{name}!"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name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test_app.py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unittest.mock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patch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ask_name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TestApp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@patch(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"builtins.input"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return_value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"Ava"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@patch(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“builtins.print”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test_ask_name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mock_print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mock_input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self.assertEqual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ask_name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(),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"Ava"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mock_print.assert_called_with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“Hello, Ava!”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569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CE90-1D75-FE3A-6639-9EDA16B4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Driven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06422-CC65-B2AC-EA35-9B12BC178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248" y="1540510"/>
            <a:ext cx="4843272" cy="4143375"/>
          </a:xfrm>
        </p:spPr>
        <p:txBody>
          <a:bodyPr>
            <a:noAutofit/>
          </a:bodyPr>
          <a:lstStyle/>
          <a:p>
            <a:r>
              <a:rPr lang="en-US" dirty="0" err="1"/>
              <a:t>Unittest</a:t>
            </a:r>
            <a:r>
              <a:rPr lang="en-US" dirty="0"/>
              <a:t> does not ship parameterized tests, but </a:t>
            </a:r>
            <a:r>
              <a:rPr lang="en-US" dirty="0" err="1"/>
              <a:t>subTest</a:t>
            </a:r>
            <a:r>
              <a:rPr lang="en-US" dirty="0"/>
              <a:t> gives a clean pattern to iterate through small tables while keeping failures specific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8111C-CB1A-99D0-3DD8-C5C620647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5482" y="1563793"/>
            <a:ext cx="6568438" cy="4143375"/>
          </a:xfrm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unittest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discount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(price, rate):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price * (1 - rate)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TestDiscount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TestCase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test_table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cases = [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(100, 0.10, 90),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(200, 0.25, 150),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( 50, 0.00, 50),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]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price, rate, expected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cases: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self.subTest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(price=price, rate=rate):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self.assertEqual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(discount(price, rate), expected)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11607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618B-8F65-55BC-64FE-296F4F5D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Tests as you work and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3B7CA-54E2-EDD2-C833-734F2F832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Run all tests with </a:t>
            </a:r>
            <a:r>
              <a:rPr lang="en-US" b="1" dirty="0">
                <a:latin typeface="Consolas" panose="020B0609020204030204" pitchFamily="49" charset="0"/>
              </a:rPr>
              <a:t>python –m </a:t>
            </a:r>
            <a:r>
              <a:rPr lang="en-US" b="1" dirty="0" err="1">
                <a:latin typeface="Consolas" panose="020B0609020204030204" pitchFamily="49" charset="0"/>
              </a:rPr>
              <a:t>unittest</a:t>
            </a:r>
            <a:r>
              <a:rPr lang="en-US" b="1" dirty="0">
                <a:latin typeface="Consolas" panose="020B0609020204030204" pitchFamily="49" charset="0"/>
              </a:rPr>
              <a:t> –v</a:t>
            </a:r>
            <a:r>
              <a:rPr lang="en-US" dirty="0"/>
              <a:t>  (for </a:t>
            </a:r>
            <a:r>
              <a:rPr lang="en-US" b="1" dirty="0"/>
              <a:t>v</a:t>
            </a:r>
            <a:r>
              <a:rPr lang="en-US" dirty="0"/>
              <a:t>erbose output)</a:t>
            </a:r>
          </a:p>
          <a:p>
            <a:r>
              <a:rPr lang="en-US" dirty="0"/>
              <a:t>To only run specific tests, you note the module, class, function, etc.</a:t>
            </a:r>
          </a:p>
          <a:p>
            <a:pPr lvl="1"/>
            <a:r>
              <a:rPr lang="en-US" sz="1500" b="1" dirty="0">
                <a:latin typeface="Consolas" panose="020B0609020204030204" pitchFamily="49" charset="0"/>
              </a:rPr>
              <a:t>python –m </a:t>
            </a:r>
            <a:r>
              <a:rPr lang="en-US" sz="1500" b="1" dirty="0" err="1">
                <a:latin typeface="Consolas" panose="020B0609020204030204" pitchFamily="49" charset="0"/>
              </a:rPr>
              <a:t>unittest</a:t>
            </a:r>
            <a:r>
              <a:rPr lang="en-US" sz="1500" b="1" dirty="0">
                <a:latin typeface="Consolas" panose="020B0609020204030204" pitchFamily="49" charset="0"/>
              </a:rPr>
              <a:t> tests.test_employees.TestEmployeeHierarchy.test_salaried_weekly_pay</a:t>
            </a:r>
          </a:p>
          <a:p>
            <a:r>
              <a:rPr lang="en-US" dirty="0"/>
              <a:t>Later you can measure coverage of your tests</a:t>
            </a:r>
          </a:p>
          <a:p>
            <a:pPr lvl="1"/>
            <a:r>
              <a:rPr lang="en-US" dirty="0"/>
              <a:t>Coverage is how much your program’s code is actually being executed – via a percentage</a:t>
            </a:r>
          </a:p>
          <a:p>
            <a:pPr lvl="1"/>
            <a:r>
              <a:rPr lang="en-US" dirty="0"/>
              <a:t>It’s not about whether your tests are good, but about whether your tests are reaching the code</a:t>
            </a:r>
          </a:p>
          <a:p>
            <a:pPr lvl="2"/>
            <a:r>
              <a:rPr lang="en-US" dirty="0"/>
              <a:t>statement, branch, function and path are all types of coverage</a:t>
            </a:r>
          </a:p>
          <a:p>
            <a:pPr lvl="1"/>
            <a:r>
              <a:rPr lang="en-US" dirty="0"/>
              <a:t>While not really required for class, you can see your coverage by installing coverage module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pip install coverage</a:t>
            </a:r>
          </a:p>
          <a:p>
            <a:pPr lvl="1"/>
            <a:r>
              <a:rPr lang="en-US" dirty="0"/>
              <a:t>Then run coverage for your tests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coverage run –m </a:t>
            </a:r>
            <a:r>
              <a:rPr lang="en-US" b="1" dirty="0" err="1">
                <a:latin typeface="Consolas" panose="020B0609020204030204" pitchFamily="49" charset="0"/>
              </a:rPr>
              <a:t>unittest</a:t>
            </a:r>
            <a:r>
              <a:rPr lang="en-US" b="1" dirty="0">
                <a:latin typeface="Consolas" panose="020B0609020204030204" pitchFamily="49" charset="0"/>
              </a:rPr>
              <a:t> discover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coverage report –m</a:t>
            </a:r>
          </a:p>
          <a:p>
            <a:pPr lvl="1"/>
            <a:r>
              <a:rPr lang="en-US" dirty="0"/>
              <a:t>A word of caution! Just because you have high coverage doesn’t mean you have high quality tests!</a:t>
            </a:r>
          </a:p>
        </p:txBody>
      </p:sp>
    </p:spTree>
    <p:extLst>
      <p:ext uri="{BB962C8B-B14F-4D97-AF65-F5344CB8AC3E}">
        <p14:creationId xmlns:p14="http://schemas.microsoft.com/office/powerpoint/2010/main" val="4026363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6A9B-98EB-46F2-5F40-AC420D44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1524E-A62B-7208-231E-03750B46F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Keep tests small, fast, and isolated.</a:t>
            </a:r>
          </a:p>
          <a:p>
            <a:pPr lvl="0"/>
            <a:r>
              <a:rPr lang="en-US" dirty="0"/>
              <a:t>One behavior per test method; use descriptive names.</a:t>
            </a:r>
          </a:p>
          <a:p>
            <a:pPr lvl="0"/>
            <a:r>
              <a:rPr lang="en-US" dirty="0"/>
              <a:t>Prefer pure functions for core logic; inject or mock I/O.</a:t>
            </a:r>
          </a:p>
          <a:p>
            <a:pPr lvl="0"/>
            <a:r>
              <a:rPr lang="en-US" dirty="0"/>
              <a:t>Use the most specific assertion available.</a:t>
            </a:r>
          </a:p>
          <a:p>
            <a:pPr lvl="0"/>
            <a:r>
              <a:rPr lang="en-US" dirty="0"/>
              <a:t>Test both happy paths and edge cases.</a:t>
            </a:r>
          </a:p>
          <a:p>
            <a:pPr lvl="0"/>
            <a:r>
              <a:rPr lang="en-US" dirty="0"/>
              <a:t>Keep fixtures minimal; set up only what each test needs.</a:t>
            </a:r>
          </a:p>
          <a:p>
            <a:pPr lvl="0"/>
            <a:r>
              <a:rPr lang="en-US" dirty="0"/>
              <a:t>Use </a:t>
            </a:r>
            <a:r>
              <a:rPr lang="en-US" dirty="0" err="1"/>
              <a:t>subTest</a:t>
            </a:r>
            <a:r>
              <a:rPr lang="en-US" dirty="0"/>
              <a:t> for table-driven scenarios.</a:t>
            </a:r>
          </a:p>
          <a:p>
            <a:pPr lvl="0"/>
            <a:r>
              <a:rPr lang="en-US" dirty="0"/>
              <a:t>NEW* with generative AI have it look over your test’s to see if you are missing any? or see what it produces for tests – but always make sure you understand what it is testing for you!!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00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C1E4-956E-95BC-BD1B-136471604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Mocking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89CF3-EDEE-767E-A5DA-34AC1DCD8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now test our full system with I/O mocking</a:t>
            </a:r>
          </a:p>
          <a:p>
            <a:r>
              <a:rPr lang="en-US" dirty="0"/>
              <a:t>We can look at coverage as well, just to see it</a:t>
            </a:r>
          </a:p>
        </p:txBody>
      </p:sp>
    </p:spTree>
    <p:extLst>
      <p:ext uri="{BB962C8B-B14F-4D97-AF65-F5344CB8AC3E}">
        <p14:creationId xmlns:p14="http://schemas.microsoft.com/office/powerpoint/2010/main" val="678113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341166D007A44F96DAB297EB9286AE" ma:contentTypeVersion="1" ma:contentTypeDescription="Create a new document." ma:contentTypeScope="" ma:versionID="b480b76c1a13d0cb60d9fa02ce9cfa12">
  <xsd:schema xmlns:xsd="http://www.w3.org/2001/XMLSchema" xmlns:xs="http://www.w3.org/2001/XMLSchema" xmlns:p="http://schemas.microsoft.com/office/2006/metadata/properties" xmlns:ns1="http://schemas.microsoft.com/sharepoint/v3" xmlns:ns2="4408313d-b437-4f49-9134-0613b1cf82e0" targetNamespace="http://schemas.microsoft.com/office/2006/metadata/properties" ma:root="true" ma:fieldsID="7e1a49c581aee02705c497c71c6a3062" ns1:_="" ns2:_="">
    <xsd:import namespace="http://schemas.microsoft.com/sharepoint/v3"/>
    <xsd:import namespace="4408313d-b437-4f49-9134-0613b1cf82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8313d-b437-4f49-9134-0613b1cf82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4408313d-b437-4f49-9134-0613b1cf82e0">5K6DURXD36E5-1034-11</_dlc_DocId>
    <_dlc_DocIdUrl xmlns="4408313d-b437-4f49-9134-0613b1cf82e0">
      <Url>https://myway.mccneb.edu/employees/Departments/marketing/_layouts/15/DocIdRedir.aspx?ID=5K6DURXD36E5-1034-11</Url>
      <Description>5K6DURXD36E5-1034-11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4BA4CB-1A05-46BE-B2E1-F56C6161E1A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8A61AA4B-2C2A-4993-9592-F7FC50101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408313d-b437-4f49-9134-0613b1cf8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BA48C2-912C-4BF9-9AD3-31CDA2E37A00}">
  <ds:schemaRefs>
    <ds:schemaRef ds:uri="4408313d-b437-4f49-9134-0613b1cf82e0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7AA46240-6986-4B9C-B1FF-32FBEE40E0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2216</Words>
  <Application>Microsoft Office PowerPoint</Application>
  <PresentationFormat>Widescreen</PresentationFormat>
  <Paragraphs>254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Adobe Garamond Pro</vt:lpstr>
      <vt:lpstr>Arial</vt:lpstr>
      <vt:lpstr>Calibri</vt:lpstr>
      <vt:lpstr>Cambria</vt:lpstr>
      <vt:lpstr>Consolas</vt:lpstr>
      <vt:lpstr>Courier New</vt:lpstr>
      <vt:lpstr>Intro Bold</vt:lpstr>
      <vt:lpstr>Intro Light</vt:lpstr>
      <vt:lpstr>Wingdings</vt:lpstr>
      <vt:lpstr>Office Theme</vt:lpstr>
      <vt:lpstr>Unit Testing</vt:lpstr>
      <vt:lpstr>What is unit testing? Why do we care?</vt:lpstr>
      <vt:lpstr>Testing with unittest</vt:lpstr>
      <vt:lpstr>Assertion Methods</vt:lpstr>
      <vt:lpstr>Test Discovery, layout and naming</vt:lpstr>
      <vt:lpstr>Test Fixtures</vt:lpstr>
      <vt:lpstr>Testing Pure Function</vt:lpstr>
      <vt:lpstr>Testing Objects</vt:lpstr>
      <vt:lpstr>Testing Objects Example</vt:lpstr>
      <vt:lpstr>Testing functionality and objects</vt:lpstr>
      <vt:lpstr>Exceptions and Mocking</vt:lpstr>
      <vt:lpstr>Testing Exceptions</vt:lpstr>
      <vt:lpstr>Mocking using I/O</vt:lpstr>
      <vt:lpstr>Table Driven Tests</vt:lpstr>
      <vt:lpstr>Tests as you work and coverage</vt:lpstr>
      <vt:lpstr>Best Practices</vt:lpstr>
      <vt:lpstr>Coding Example – Mocking I/O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Hartman, Lucas</dc:creator>
  <cp:lastModifiedBy>Hartman, Lucas</cp:lastModifiedBy>
  <cp:revision>26</cp:revision>
  <dcterms:created xsi:type="dcterms:W3CDTF">2022-06-09T19:09:31Z</dcterms:created>
  <dcterms:modified xsi:type="dcterms:W3CDTF">2026-04-16T19:43:35Z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0x0101006B341166D007A44F96DAB297EB9286AE</vt:lpwstr>
  </property>
  <property fmtid="{D5CDD505-2E9C-101B-9397-08002B2CF9AE}" pid="3" name="_dlc_DocIdItemGuid">
    <vt:lpwstr>b616e4c7-a5d0-45d1-a2b2-69c0143a48ff</vt:lpwstr>
  </property>
</Properties>
</file>