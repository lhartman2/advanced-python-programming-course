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4"/>
  </p:notesMasterIdLst>
  <p:sldIdLst>
    <p:sldId id="256" r:id="rId6"/>
    <p:sldId id="299" r:id="rId7"/>
    <p:sldId id="303" r:id="rId8"/>
    <p:sldId id="304" r:id="rId9"/>
    <p:sldId id="316" r:id="rId10"/>
    <p:sldId id="317" r:id="rId11"/>
    <p:sldId id="307" r:id="rId12"/>
    <p:sldId id="318" r:id="rId13"/>
    <p:sldId id="319" r:id="rId14"/>
    <p:sldId id="315" r:id="rId15"/>
    <p:sldId id="306" r:id="rId16"/>
    <p:sldId id="310" r:id="rId17"/>
    <p:sldId id="320" r:id="rId18"/>
    <p:sldId id="311" r:id="rId19"/>
    <p:sldId id="312" r:id="rId20"/>
    <p:sldId id="321" r:id="rId21"/>
    <p:sldId id="322" r:id="rId22"/>
    <p:sldId id="31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79075" autoAdjust="0"/>
  </p:normalViewPr>
  <p:slideViewPr>
    <p:cSldViewPr snapToGrid="0">
      <p:cViewPr varScale="1">
        <p:scale>
          <a:sx n="87" d="100"/>
          <a:sy n="87" d="100"/>
        </p:scale>
        <p:origin x="70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delSld modSld sldOrd">
      <pc:chgData name="Hartman, Lucas" userId="54df504d-6b26-4972-93dd-c21e09d4490b" providerId="ADAL" clId="{DA797BB2-F189-4808-BF03-EC6D040664BC}" dt="2025-11-12T17:30:15.805" v="44350" actId="1076"/>
      <pc:docMkLst>
        <pc:docMk/>
      </pc:docMkLst>
      <pc:sldChg chg="modSp mod">
        <pc:chgData name="Hartman, Lucas" userId="54df504d-6b26-4972-93dd-c21e09d4490b" providerId="ADAL" clId="{DA797BB2-F189-4808-BF03-EC6D040664BC}" dt="2025-10-21T20:26:16.689" v="35571" actId="20577"/>
        <pc:sldMkLst>
          <pc:docMk/>
          <pc:sldMk cId="2520530202" sldId="256"/>
        </pc:sldMkLst>
        <pc:spChg chg="mod">
          <ac:chgData name="Hartman, Lucas" userId="54df504d-6b26-4972-93dd-c21e09d4490b" providerId="ADAL" clId="{DA797BB2-F189-4808-BF03-EC6D040664BC}" dt="2025-10-21T20:26:16.689" v="35571" actId="20577"/>
          <ac:spMkLst>
            <pc:docMk/>
            <pc:sldMk cId="2520530202" sldId="256"/>
            <ac:spMk id="2" creationId="{589DB60D-668E-44FF-BA61-B56EE8830DC2}"/>
          </ac:spMkLst>
        </pc:spChg>
        <pc:spChg chg="mod">
          <ac:chgData name="Hartman, Lucas" userId="54df504d-6b26-4972-93dd-c21e09d4490b" providerId="ADAL" clId="{DA797BB2-F189-4808-BF03-EC6D040664BC}" dt="2025-10-20T18:56:57.190" v="35546" actId="20577"/>
          <ac:spMkLst>
            <pc:docMk/>
            <pc:sldMk cId="2520530202" sldId="256"/>
            <ac:spMk id="3" creationId="{4A182FC2-B1F9-4263-A786-D0159CDB7DB7}"/>
          </ac:spMkLst>
        </pc:spChg>
      </pc:sldChg>
      <pc:sldChg chg="modSp new mod">
        <pc:chgData name="Hartman, Lucas" userId="54df504d-6b26-4972-93dd-c21e09d4490b" providerId="ADAL" clId="{DA797BB2-F189-4808-BF03-EC6D040664BC}" dt="2025-10-22T01:29:41.951" v="40087" actId="20577"/>
        <pc:sldMkLst>
          <pc:docMk/>
          <pc:sldMk cId="896613802" sldId="299"/>
        </pc:sldMkLst>
        <pc:spChg chg="mod">
          <ac:chgData name="Hartman, Lucas" userId="54df504d-6b26-4972-93dd-c21e09d4490b" providerId="ADAL" clId="{DA797BB2-F189-4808-BF03-EC6D040664BC}" dt="2025-10-22T01:29:41.951" v="40087" actId="20577"/>
          <ac:spMkLst>
            <pc:docMk/>
            <pc:sldMk cId="896613802" sldId="299"/>
            <ac:spMk id="2" creationId="{FF65B78B-5159-7BF6-A4D1-0B9CFF53291A}"/>
          </ac:spMkLst>
        </pc:spChg>
        <pc:spChg chg="mod">
          <ac:chgData name="Hartman, Lucas" userId="54df504d-6b26-4972-93dd-c21e09d4490b" providerId="ADAL" clId="{DA797BB2-F189-4808-BF03-EC6D040664BC}" dt="2025-10-16T16:25:22.868" v="25316" actId="20577"/>
          <ac:spMkLst>
            <pc:docMk/>
            <pc:sldMk cId="896613802" sldId="299"/>
            <ac:spMk id="3" creationId="{9DDA35F0-FD25-72C1-225A-4E8EEA104A42}"/>
          </ac:spMkLst>
        </pc:spChg>
      </pc:sldChg>
      <pc:sldChg chg="modSp new mod">
        <pc:chgData name="Hartman, Lucas" userId="54df504d-6b26-4972-93dd-c21e09d4490b" providerId="ADAL" clId="{DA797BB2-F189-4808-BF03-EC6D040664BC}" dt="2025-10-21T20:39:40.177" v="37303" actId="207"/>
        <pc:sldMkLst>
          <pc:docMk/>
          <pc:sldMk cId="179534665" sldId="303"/>
        </pc:sldMkLst>
        <pc:spChg chg="mod">
          <ac:chgData name="Hartman, Lucas" userId="54df504d-6b26-4972-93dd-c21e09d4490b" providerId="ADAL" clId="{DA797BB2-F189-4808-BF03-EC6D040664BC}" dt="2025-10-21T20:32:23.561" v="36315" actId="20577"/>
          <ac:spMkLst>
            <pc:docMk/>
            <pc:sldMk cId="179534665" sldId="303"/>
            <ac:spMk id="2" creationId="{477433E5-638F-80B7-642C-C5A1F3F16DE3}"/>
          </ac:spMkLst>
        </pc:spChg>
        <pc:spChg chg="mod">
          <ac:chgData name="Hartman, Lucas" userId="54df504d-6b26-4972-93dd-c21e09d4490b" providerId="ADAL" clId="{DA797BB2-F189-4808-BF03-EC6D040664BC}" dt="2025-10-21T20:39:40.177" v="37303" actId="207"/>
          <ac:spMkLst>
            <pc:docMk/>
            <pc:sldMk cId="179534665" sldId="303"/>
            <ac:spMk id="3" creationId="{1BC57991-00ED-A282-DA84-17D5CE0697B9}"/>
          </ac:spMkLst>
        </pc:spChg>
        <pc:spChg chg="mod">
          <ac:chgData name="Hartman, Lucas" userId="54df504d-6b26-4972-93dd-c21e09d4490b" providerId="ADAL" clId="{DA797BB2-F189-4808-BF03-EC6D040664BC}" dt="2025-10-21T20:32:15.601" v="36295" actId="1076"/>
          <ac:spMkLst>
            <pc:docMk/>
            <pc:sldMk cId="179534665" sldId="303"/>
            <ac:spMk id="4" creationId="{D0F855F5-D84B-C5FC-C926-21535AFD47EE}"/>
          </ac:spMkLst>
        </pc:spChg>
      </pc:sldChg>
      <pc:sldChg chg="modSp new mod">
        <pc:chgData name="Hartman, Lucas" userId="54df504d-6b26-4972-93dd-c21e09d4490b" providerId="ADAL" clId="{DA797BB2-F189-4808-BF03-EC6D040664BC}" dt="2025-10-21T20:34:54.867" v="36731" actId="1076"/>
        <pc:sldMkLst>
          <pc:docMk/>
          <pc:sldMk cId="2965371385" sldId="304"/>
        </pc:sldMkLst>
        <pc:spChg chg="mod">
          <ac:chgData name="Hartman, Lucas" userId="54df504d-6b26-4972-93dd-c21e09d4490b" providerId="ADAL" clId="{DA797BB2-F189-4808-BF03-EC6D040664BC}" dt="2025-10-21T20:33:03.001" v="36411" actId="20577"/>
          <ac:spMkLst>
            <pc:docMk/>
            <pc:sldMk cId="2965371385" sldId="304"/>
            <ac:spMk id="2" creationId="{2B577C39-F352-A15E-C3A4-D558A7061626}"/>
          </ac:spMkLst>
        </pc:spChg>
        <pc:spChg chg="mod">
          <ac:chgData name="Hartman, Lucas" userId="54df504d-6b26-4972-93dd-c21e09d4490b" providerId="ADAL" clId="{DA797BB2-F189-4808-BF03-EC6D040664BC}" dt="2025-10-21T20:34:52.306" v="36730" actId="20577"/>
          <ac:spMkLst>
            <pc:docMk/>
            <pc:sldMk cId="2965371385" sldId="304"/>
            <ac:spMk id="3" creationId="{9DAAB598-3D8B-8B15-7FE1-03AD12B9556B}"/>
          </ac:spMkLst>
        </pc:spChg>
        <pc:spChg chg="mod">
          <ac:chgData name="Hartman, Lucas" userId="54df504d-6b26-4972-93dd-c21e09d4490b" providerId="ADAL" clId="{DA797BB2-F189-4808-BF03-EC6D040664BC}" dt="2025-10-21T20:34:54.867" v="36731" actId="1076"/>
          <ac:spMkLst>
            <pc:docMk/>
            <pc:sldMk cId="2965371385" sldId="304"/>
            <ac:spMk id="4" creationId="{E9ECBB70-C91E-3D2F-9194-D427C8D2F760}"/>
          </ac:spMkLst>
        </pc:spChg>
      </pc:sldChg>
      <pc:sldChg chg="modSp new mod">
        <pc:chgData name="Hartman, Lucas" userId="54df504d-6b26-4972-93dd-c21e09d4490b" providerId="ADAL" clId="{DA797BB2-F189-4808-BF03-EC6D040664BC}" dt="2025-10-21T20:26:57.043" v="35638" actId="20577"/>
        <pc:sldMkLst>
          <pc:docMk/>
          <pc:sldMk cId="2156748773" sldId="306"/>
        </pc:sldMkLst>
        <pc:spChg chg="mod">
          <ac:chgData name="Hartman, Lucas" userId="54df504d-6b26-4972-93dd-c21e09d4490b" providerId="ADAL" clId="{DA797BB2-F189-4808-BF03-EC6D040664BC}" dt="2025-10-21T20:26:53.866" v="35629" actId="20577"/>
          <ac:spMkLst>
            <pc:docMk/>
            <pc:sldMk cId="2156748773" sldId="306"/>
            <ac:spMk id="2" creationId="{2C61229B-8FB2-9E2A-085B-CF4B00AF05AF}"/>
          </ac:spMkLst>
        </pc:spChg>
        <pc:spChg chg="mod">
          <ac:chgData name="Hartman, Lucas" userId="54df504d-6b26-4972-93dd-c21e09d4490b" providerId="ADAL" clId="{DA797BB2-F189-4808-BF03-EC6D040664BC}" dt="2025-10-21T20:26:57.043" v="35638" actId="20577"/>
          <ac:spMkLst>
            <pc:docMk/>
            <pc:sldMk cId="2156748773" sldId="306"/>
            <ac:spMk id="3" creationId="{F9B1F895-8B87-62F0-55AD-728C8D69C241}"/>
          </ac:spMkLst>
        </pc:spChg>
      </pc:sldChg>
      <pc:sldChg chg="modSp new mod ord">
        <pc:chgData name="Hartman, Lucas" userId="54df504d-6b26-4972-93dd-c21e09d4490b" providerId="ADAL" clId="{DA797BB2-F189-4808-BF03-EC6D040664BC}" dt="2025-11-12T17:29:53.375" v="44345" actId="14100"/>
        <pc:sldMkLst>
          <pc:docMk/>
          <pc:sldMk cId="122258215" sldId="307"/>
        </pc:sldMkLst>
        <pc:spChg chg="mod">
          <ac:chgData name="Hartman, Lucas" userId="54df504d-6b26-4972-93dd-c21e09d4490b" providerId="ADAL" clId="{DA797BB2-F189-4808-BF03-EC6D040664BC}" dt="2025-10-21T20:44:01.149" v="37779" actId="20577"/>
          <ac:spMkLst>
            <pc:docMk/>
            <pc:sldMk cId="122258215" sldId="307"/>
            <ac:spMk id="2" creationId="{82544E65-D367-CA2A-B906-ED8C98DA6D75}"/>
          </ac:spMkLst>
        </pc:spChg>
        <pc:spChg chg="mod">
          <ac:chgData name="Hartman, Lucas" userId="54df504d-6b26-4972-93dd-c21e09d4490b" providerId="ADAL" clId="{DA797BB2-F189-4808-BF03-EC6D040664BC}" dt="2025-11-12T17:29:53.375" v="44345" actId="14100"/>
          <ac:spMkLst>
            <pc:docMk/>
            <pc:sldMk cId="122258215" sldId="307"/>
            <ac:spMk id="3" creationId="{978D3368-9A34-0214-C7A9-12C826C98756}"/>
          </ac:spMkLst>
        </pc:spChg>
        <pc:spChg chg="mod">
          <ac:chgData name="Hartman, Lucas" userId="54df504d-6b26-4972-93dd-c21e09d4490b" providerId="ADAL" clId="{DA797BB2-F189-4808-BF03-EC6D040664BC}" dt="2025-11-12T17:29:43.901" v="44342" actId="1076"/>
          <ac:spMkLst>
            <pc:docMk/>
            <pc:sldMk cId="122258215" sldId="307"/>
            <ac:spMk id="4" creationId="{68468A25-2E0E-0CA7-4A21-ADC810DA622F}"/>
          </ac:spMkLst>
        </pc:spChg>
      </pc:sldChg>
      <pc:sldChg chg="modSp new mod">
        <pc:chgData name="Hartman, Lucas" userId="54df504d-6b26-4972-93dd-c21e09d4490b" providerId="ADAL" clId="{DA797BB2-F189-4808-BF03-EC6D040664BC}" dt="2025-11-12T17:28:00.099" v="44335" actId="20577"/>
        <pc:sldMkLst>
          <pc:docMk/>
          <pc:sldMk cId="2870075445" sldId="310"/>
        </pc:sldMkLst>
        <pc:spChg chg="mod">
          <ac:chgData name="Hartman, Lucas" userId="54df504d-6b26-4972-93dd-c21e09d4490b" providerId="ADAL" clId="{DA797BB2-F189-4808-BF03-EC6D040664BC}" dt="2025-10-22T01:31:31.764" v="40256" actId="20577"/>
          <ac:spMkLst>
            <pc:docMk/>
            <pc:sldMk cId="2870075445" sldId="310"/>
            <ac:spMk id="2" creationId="{535780E4-A440-DA2F-72A4-F462DF8CD31D}"/>
          </ac:spMkLst>
        </pc:spChg>
        <pc:spChg chg="mod">
          <ac:chgData name="Hartman, Lucas" userId="54df504d-6b26-4972-93dd-c21e09d4490b" providerId="ADAL" clId="{DA797BB2-F189-4808-BF03-EC6D040664BC}" dt="2025-11-12T17:28:00.099" v="44335" actId="20577"/>
          <ac:spMkLst>
            <pc:docMk/>
            <pc:sldMk cId="2870075445" sldId="310"/>
            <ac:spMk id="3" creationId="{A65C3B41-AF84-05FF-9500-64508E599C07}"/>
          </ac:spMkLst>
        </pc:spChg>
        <pc:spChg chg="mod">
          <ac:chgData name="Hartman, Lucas" userId="54df504d-6b26-4972-93dd-c21e09d4490b" providerId="ADAL" clId="{DA797BB2-F189-4808-BF03-EC6D040664BC}" dt="2025-10-22T01:34:58.980" v="40815" actId="20577"/>
          <ac:spMkLst>
            <pc:docMk/>
            <pc:sldMk cId="2870075445" sldId="310"/>
            <ac:spMk id="4" creationId="{4E14B19F-00AD-E9AE-93ED-B168038F226A}"/>
          </ac:spMkLst>
        </pc:spChg>
      </pc:sldChg>
      <pc:sldChg chg="modSp new mod">
        <pc:chgData name="Hartman, Lucas" userId="54df504d-6b26-4972-93dd-c21e09d4490b" providerId="ADAL" clId="{DA797BB2-F189-4808-BF03-EC6D040664BC}" dt="2025-11-12T15:15:26.951" v="44314" actId="207"/>
        <pc:sldMkLst>
          <pc:docMk/>
          <pc:sldMk cId="2582326104" sldId="311"/>
        </pc:sldMkLst>
        <pc:spChg chg="mod">
          <ac:chgData name="Hartman, Lucas" userId="54df504d-6b26-4972-93dd-c21e09d4490b" providerId="ADAL" clId="{DA797BB2-F189-4808-BF03-EC6D040664BC}" dt="2025-10-22T01:41:28.088" v="41381" actId="20577"/>
          <ac:spMkLst>
            <pc:docMk/>
            <pc:sldMk cId="2582326104" sldId="311"/>
            <ac:spMk id="2" creationId="{D495B4EB-0AC1-80B5-AF55-A58BE81353EF}"/>
          </ac:spMkLst>
        </pc:spChg>
        <pc:spChg chg="mod">
          <ac:chgData name="Hartman, Lucas" userId="54df504d-6b26-4972-93dd-c21e09d4490b" providerId="ADAL" clId="{DA797BB2-F189-4808-BF03-EC6D040664BC}" dt="2025-11-12T15:15:26.951" v="44314" actId="207"/>
          <ac:spMkLst>
            <pc:docMk/>
            <pc:sldMk cId="2582326104" sldId="311"/>
            <ac:spMk id="3" creationId="{00634A94-B416-BA5C-9A16-27E649DD8A55}"/>
          </ac:spMkLst>
        </pc:spChg>
        <pc:spChg chg="mod">
          <ac:chgData name="Hartman, Lucas" userId="54df504d-6b26-4972-93dd-c21e09d4490b" providerId="ADAL" clId="{DA797BB2-F189-4808-BF03-EC6D040664BC}" dt="2025-10-22T01:44:14.680" v="41886" actId="1076"/>
          <ac:spMkLst>
            <pc:docMk/>
            <pc:sldMk cId="2582326104" sldId="311"/>
            <ac:spMk id="4" creationId="{3A68C772-8A14-7417-07E6-0F3B4BC4FA20}"/>
          </ac:spMkLst>
        </pc:spChg>
      </pc:sldChg>
      <pc:sldChg chg="modSp new mod">
        <pc:chgData name="Hartman, Lucas" userId="54df504d-6b26-4972-93dd-c21e09d4490b" providerId="ADAL" clId="{DA797BB2-F189-4808-BF03-EC6D040664BC}" dt="2025-11-12T17:29:24.901" v="44340" actId="1076"/>
        <pc:sldMkLst>
          <pc:docMk/>
          <pc:sldMk cId="814832428" sldId="312"/>
        </pc:sldMkLst>
        <pc:spChg chg="mod">
          <ac:chgData name="Hartman, Lucas" userId="54df504d-6b26-4972-93dd-c21e09d4490b" providerId="ADAL" clId="{DA797BB2-F189-4808-BF03-EC6D040664BC}" dt="2025-10-22T01:44:37.302" v="41908" actId="20577"/>
          <ac:spMkLst>
            <pc:docMk/>
            <pc:sldMk cId="814832428" sldId="312"/>
            <ac:spMk id="2" creationId="{58EA93B5-09A2-4608-45A1-72FF669EA6C8}"/>
          </ac:spMkLst>
        </pc:spChg>
        <pc:spChg chg="mod">
          <ac:chgData name="Hartman, Lucas" userId="54df504d-6b26-4972-93dd-c21e09d4490b" providerId="ADAL" clId="{DA797BB2-F189-4808-BF03-EC6D040664BC}" dt="2025-11-12T17:29:24.901" v="44340" actId="1076"/>
          <ac:spMkLst>
            <pc:docMk/>
            <pc:sldMk cId="814832428" sldId="312"/>
            <ac:spMk id="3" creationId="{AD26F0DD-0D88-842C-542C-470F9821123B}"/>
          </ac:spMkLst>
        </pc:spChg>
        <pc:spChg chg="mod">
          <ac:chgData name="Hartman, Lucas" userId="54df504d-6b26-4972-93dd-c21e09d4490b" providerId="ADAL" clId="{DA797BB2-F189-4808-BF03-EC6D040664BC}" dt="2025-11-12T17:29:21.541" v="44339" actId="1076"/>
          <ac:spMkLst>
            <pc:docMk/>
            <pc:sldMk cId="814832428" sldId="312"/>
            <ac:spMk id="4" creationId="{C9EBE365-DF59-FA9C-E636-F5442C4EA27B}"/>
          </ac:spMkLst>
        </pc:spChg>
      </pc:sldChg>
      <pc:sldChg chg="modSp new mod">
        <pc:chgData name="Hartman, Lucas" userId="54df504d-6b26-4972-93dd-c21e09d4490b" providerId="ADAL" clId="{DA797BB2-F189-4808-BF03-EC6D040664BC}" dt="2025-10-22T01:54:39.910" v="44147" actId="20577"/>
        <pc:sldMkLst>
          <pc:docMk/>
          <pc:sldMk cId="2365480520" sldId="313"/>
        </pc:sldMkLst>
        <pc:spChg chg="mod">
          <ac:chgData name="Hartman, Lucas" userId="54df504d-6b26-4972-93dd-c21e09d4490b" providerId="ADAL" clId="{DA797BB2-F189-4808-BF03-EC6D040664BC}" dt="2025-10-22T01:54:00.064" v="43927" actId="20577"/>
          <ac:spMkLst>
            <pc:docMk/>
            <pc:sldMk cId="2365480520" sldId="313"/>
            <ac:spMk id="2" creationId="{D2DF7A92-18C6-CD44-88BF-78B263FF4B9B}"/>
          </ac:spMkLst>
        </pc:spChg>
        <pc:spChg chg="mod">
          <ac:chgData name="Hartman, Lucas" userId="54df504d-6b26-4972-93dd-c21e09d4490b" providerId="ADAL" clId="{DA797BB2-F189-4808-BF03-EC6D040664BC}" dt="2025-10-22T01:54:39.910" v="44147" actId="20577"/>
          <ac:spMkLst>
            <pc:docMk/>
            <pc:sldMk cId="2365480520" sldId="313"/>
            <ac:spMk id="3" creationId="{563FF034-344D-7DC0-FAA1-338951C81674}"/>
          </ac:spMkLst>
        </pc:spChg>
      </pc:sldChg>
      <pc:sldChg chg="modSp new mod">
        <pc:chgData name="Hartman, Lucas" userId="54df504d-6b26-4972-93dd-c21e09d4490b" providerId="ADAL" clId="{DA797BB2-F189-4808-BF03-EC6D040664BC}" dt="2025-10-22T01:29:33.340" v="40070" actId="20577"/>
        <pc:sldMkLst>
          <pc:docMk/>
          <pc:sldMk cId="1379597988" sldId="315"/>
        </pc:sldMkLst>
        <pc:spChg chg="mod">
          <ac:chgData name="Hartman, Lucas" userId="54df504d-6b26-4972-93dd-c21e09d4490b" providerId="ADAL" clId="{DA797BB2-F189-4808-BF03-EC6D040664BC}" dt="2025-10-21T20:49:54.376" v="38846" actId="20577"/>
          <ac:spMkLst>
            <pc:docMk/>
            <pc:sldMk cId="1379597988" sldId="315"/>
            <ac:spMk id="2" creationId="{FB0FDD83-0EF5-F4A5-2072-CE3B50DFB68A}"/>
          </ac:spMkLst>
        </pc:spChg>
        <pc:spChg chg="mod">
          <ac:chgData name="Hartman, Lucas" userId="54df504d-6b26-4972-93dd-c21e09d4490b" providerId="ADAL" clId="{DA797BB2-F189-4808-BF03-EC6D040664BC}" dt="2025-10-22T01:29:33.340" v="40070" actId="20577"/>
          <ac:spMkLst>
            <pc:docMk/>
            <pc:sldMk cId="1379597988" sldId="315"/>
            <ac:spMk id="3" creationId="{D5A47DDD-6E06-BC81-8377-43ED83E53AD9}"/>
          </ac:spMkLst>
        </pc:spChg>
      </pc:sldChg>
      <pc:sldChg chg="modSp new mod">
        <pc:chgData name="Hartman, Lucas" userId="54df504d-6b26-4972-93dd-c21e09d4490b" providerId="ADAL" clId="{DA797BB2-F189-4808-BF03-EC6D040664BC}" dt="2025-10-21T20:37:31.785" v="37120" actId="1076"/>
        <pc:sldMkLst>
          <pc:docMk/>
          <pc:sldMk cId="2685994918" sldId="316"/>
        </pc:sldMkLst>
        <pc:spChg chg="mod">
          <ac:chgData name="Hartman, Lucas" userId="54df504d-6b26-4972-93dd-c21e09d4490b" providerId="ADAL" clId="{DA797BB2-F189-4808-BF03-EC6D040664BC}" dt="2025-10-21T20:35:18.299" v="36759" actId="20577"/>
          <ac:spMkLst>
            <pc:docMk/>
            <pc:sldMk cId="2685994918" sldId="316"/>
            <ac:spMk id="2" creationId="{ED8C6C31-35BB-C7A2-B4E2-6AEDE0D766FA}"/>
          </ac:spMkLst>
        </pc:spChg>
        <pc:spChg chg="mod">
          <ac:chgData name="Hartman, Lucas" userId="54df504d-6b26-4972-93dd-c21e09d4490b" providerId="ADAL" clId="{DA797BB2-F189-4808-BF03-EC6D040664BC}" dt="2025-10-21T20:37:29.569" v="37119" actId="1076"/>
          <ac:spMkLst>
            <pc:docMk/>
            <pc:sldMk cId="2685994918" sldId="316"/>
            <ac:spMk id="3" creationId="{9C0E699E-E8FE-6AEF-2021-CB4E3AFE4C45}"/>
          </ac:spMkLst>
        </pc:spChg>
        <pc:spChg chg="mod">
          <ac:chgData name="Hartman, Lucas" userId="54df504d-6b26-4972-93dd-c21e09d4490b" providerId="ADAL" clId="{DA797BB2-F189-4808-BF03-EC6D040664BC}" dt="2025-10-21T20:37:31.785" v="37120" actId="1076"/>
          <ac:spMkLst>
            <pc:docMk/>
            <pc:sldMk cId="2685994918" sldId="316"/>
            <ac:spMk id="4" creationId="{A2377908-E1E7-260C-8385-BFE81C41B2AC}"/>
          </ac:spMkLst>
        </pc:spChg>
      </pc:sldChg>
      <pc:sldChg chg="modSp new mod">
        <pc:chgData name="Hartman, Lucas" userId="54df504d-6b26-4972-93dd-c21e09d4490b" providerId="ADAL" clId="{DA797BB2-F189-4808-BF03-EC6D040664BC}" dt="2025-11-12T17:30:15.805" v="44350" actId="1076"/>
        <pc:sldMkLst>
          <pc:docMk/>
          <pc:sldMk cId="3842413968" sldId="317"/>
        </pc:sldMkLst>
        <pc:spChg chg="mod">
          <ac:chgData name="Hartman, Lucas" userId="54df504d-6b26-4972-93dd-c21e09d4490b" providerId="ADAL" clId="{DA797BB2-F189-4808-BF03-EC6D040664BC}" dt="2025-10-21T20:39:50.539" v="37316" actId="20577"/>
          <ac:spMkLst>
            <pc:docMk/>
            <pc:sldMk cId="3842413968" sldId="317"/>
            <ac:spMk id="2" creationId="{D3267D98-469B-279B-DEFF-036B9D433020}"/>
          </ac:spMkLst>
        </pc:spChg>
        <pc:spChg chg="mod">
          <ac:chgData name="Hartman, Lucas" userId="54df504d-6b26-4972-93dd-c21e09d4490b" providerId="ADAL" clId="{DA797BB2-F189-4808-BF03-EC6D040664BC}" dt="2025-11-12T14:57:33.103" v="44148" actId="33524"/>
          <ac:spMkLst>
            <pc:docMk/>
            <pc:sldMk cId="3842413968" sldId="317"/>
            <ac:spMk id="3" creationId="{45E7A76C-813F-049C-B5E2-3041EE94D20D}"/>
          </ac:spMkLst>
        </pc:spChg>
        <pc:spChg chg="mod">
          <ac:chgData name="Hartman, Lucas" userId="54df504d-6b26-4972-93dd-c21e09d4490b" providerId="ADAL" clId="{DA797BB2-F189-4808-BF03-EC6D040664BC}" dt="2025-11-12T17:30:15.805" v="44350" actId="1076"/>
          <ac:spMkLst>
            <pc:docMk/>
            <pc:sldMk cId="3842413968" sldId="317"/>
            <ac:spMk id="4" creationId="{4AE2F0FF-D8B0-CEED-F5E6-2629D2E67F9F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5-10-22T01:26:08.965" v="38870" actId="20577"/>
        <pc:sldMkLst>
          <pc:docMk/>
          <pc:sldMk cId="1030396192" sldId="318"/>
        </pc:sldMkLst>
        <pc:spChg chg="mod ord">
          <ac:chgData name="Hartman, Lucas" userId="54df504d-6b26-4972-93dd-c21e09d4490b" providerId="ADAL" clId="{DA797BB2-F189-4808-BF03-EC6D040664BC}" dt="2025-10-21T20:49:29.635" v="38792" actId="20577"/>
          <ac:spMkLst>
            <pc:docMk/>
            <pc:sldMk cId="1030396192" sldId="318"/>
            <ac:spMk id="2" creationId="{6002FFEF-25B3-D985-6086-A171A81E743E}"/>
          </ac:spMkLst>
        </pc:spChg>
        <pc:spChg chg="add mod ord">
          <ac:chgData name="Hartman, Lucas" userId="54df504d-6b26-4972-93dd-c21e09d4490b" providerId="ADAL" clId="{DA797BB2-F189-4808-BF03-EC6D040664BC}" dt="2025-10-21T20:47:53.161" v="38317" actId="20577"/>
          <ac:spMkLst>
            <pc:docMk/>
            <pc:sldMk cId="1030396192" sldId="318"/>
            <ac:spMk id="6" creationId="{C241EB93-BCC5-3911-744B-1CE4D6B35458}"/>
          </ac:spMkLst>
        </pc:spChg>
        <pc:spChg chg="add mod ord">
          <ac:chgData name="Hartman, Lucas" userId="54df504d-6b26-4972-93dd-c21e09d4490b" providerId="ADAL" clId="{DA797BB2-F189-4808-BF03-EC6D040664BC}" dt="2025-10-21T20:48:32.777" v="38508" actId="20577"/>
          <ac:spMkLst>
            <pc:docMk/>
            <pc:sldMk cId="1030396192" sldId="318"/>
            <ac:spMk id="7" creationId="{75DC787F-1E38-E0B1-107D-D2AB3A517B69}"/>
          </ac:spMkLst>
        </pc:spChg>
        <pc:spChg chg="add mod ord">
          <ac:chgData name="Hartman, Lucas" userId="54df504d-6b26-4972-93dd-c21e09d4490b" providerId="ADAL" clId="{DA797BB2-F189-4808-BF03-EC6D040664BC}" dt="2025-10-21T20:47:56.536" v="38330" actId="20577"/>
          <ac:spMkLst>
            <pc:docMk/>
            <pc:sldMk cId="1030396192" sldId="318"/>
            <ac:spMk id="8" creationId="{8F1DFCEF-34B0-7F11-CF55-47AF9EF4AF91}"/>
          </ac:spMkLst>
        </pc:spChg>
        <pc:spChg chg="add mod ord">
          <ac:chgData name="Hartman, Lucas" userId="54df504d-6b26-4972-93dd-c21e09d4490b" providerId="ADAL" clId="{DA797BB2-F189-4808-BF03-EC6D040664BC}" dt="2025-10-22T01:26:08.965" v="38870" actId="20577"/>
          <ac:spMkLst>
            <pc:docMk/>
            <pc:sldMk cId="1030396192" sldId="318"/>
            <ac:spMk id="9" creationId="{57DE83C3-FDE2-5693-2838-514144AA58CA}"/>
          </ac:spMkLst>
        </pc:spChg>
      </pc:sldChg>
      <pc:sldChg chg="modSp new mod">
        <pc:chgData name="Hartman, Lucas" userId="54df504d-6b26-4972-93dd-c21e09d4490b" providerId="ADAL" clId="{DA797BB2-F189-4808-BF03-EC6D040664BC}" dt="2025-10-22T01:26:01.150" v="38869"/>
        <pc:sldMkLst>
          <pc:docMk/>
          <pc:sldMk cId="1048448817" sldId="319"/>
        </pc:sldMkLst>
        <pc:spChg chg="mod">
          <ac:chgData name="Hartman, Lucas" userId="54df504d-6b26-4972-93dd-c21e09d4490b" providerId="ADAL" clId="{DA797BB2-F189-4808-BF03-EC6D040664BC}" dt="2025-10-21T20:49:41.097" v="38821" actId="20577"/>
          <ac:spMkLst>
            <pc:docMk/>
            <pc:sldMk cId="1048448817" sldId="319"/>
            <ac:spMk id="2" creationId="{E56138C6-6707-CC1C-DCA1-514BBEBD2C07}"/>
          </ac:spMkLst>
        </pc:spChg>
        <pc:spChg chg="mod">
          <ac:chgData name="Hartman, Lucas" userId="54df504d-6b26-4972-93dd-c21e09d4490b" providerId="ADAL" clId="{DA797BB2-F189-4808-BF03-EC6D040664BC}" dt="2025-10-22T01:26:01.150" v="38869"/>
          <ac:spMkLst>
            <pc:docMk/>
            <pc:sldMk cId="1048448817" sldId="319"/>
            <ac:spMk id="3" creationId="{5E1B5FF2-5B17-C3BF-5B45-88983EB9EA87}"/>
          </ac:spMkLst>
        </pc:spChg>
      </pc:sldChg>
      <pc:sldChg chg="modSp new mod">
        <pc:chgData name="Hartman, Lucas" userId="54df504d-6b26-4972-93dd-c21e09d4490b" providerId="ADAL" clId="{DA797BB2-F189-4808-BF03-EC6D040664BC}" dt="2025-10-22T01:41:15.837" v="41371" actId="20577"/>
        <pc:sldMkLst>
          <pc:docMk/>
          <pc:sldMk cId="2911231585" sldId="320"/>
        </pc:sldMkLst>
        <pc:spChg chg="mod">
          <ac:chgData name="Hartman, Lucas" userId="54df504d-6b26-4972-93dd-c21e09d4490b" providerId="ADAL" clId="{DA797BB2-F189-4808-BF03-EC6D040664BC}" dt="2025-10-22T01:35:45.772" v="40919" actId="20577"/>
          <ac:spMkLst>
            <pc:docMk/>
            <pc:sldMk cId="2911231585" sldId="320"/>
            <ac:spMk id="2" creationId="{BD89CBCE-D779-3C4C-6773-B258AC98E644}"/>
          </ac:spMkLst>
        </pc:spChg>
        <pc:spChg chg="mod">
          <ac:chgData name="Hartman, Lucas" userId="54df504d-6b26-4972-93dd-c21e09d4490b" providerId="ADAL" clId="{DA797BB2-F189-4808-BF03-EC6D040664BC}" dt="2025-10-22T01:41:15.837" v="41371" actId="20577"/>
          <ac:spMkLst>
            <pc:docMk/>
            <pc:sldMk cId="2911231585" sldId="320"/>
            <ac:spMk id="3" creationId="{11E55ADC-EA1F-CA17-446B-FF28F8B6550C}"/>
          </ac:spMkLst>
        </pc:spChg>
        <pc:spChg chg="mod">
          <ac:chgData name="Hartman, Lucas" userId="54df504d-6b26-4972-93dd-c21e09d4490b" providerId="ADAL" clId="{DA797BB2-F189-4808-BF03-EC6D040664BC}" dt="2025-10-22T01:40:52.214" v="41295" actId="14100"/>
          <ac:spMkLst>
            <pc:docMk/>
            <pc:sldMk cId="2911231585" sldId="320"/>
            <ac:spMk id="4" creationId="{B4976E0E-0DD6-E5CB-96A5-2253BA5BFC3E}"/>
          </ac:spMkLst>
        </pc:spChg>
      </pc:sldChg>
      <pc:sldChg chg="modSp new mod">
        <pc:chgData name="Hartman, Lucas" userId="54df504d-6b26-4972-93dd-c21e09d4490b" providerId="ADAL" clId="{DA797BB2-F189-4808-BF03-EC6D040664BC}" dt="2025-10-22T01:51:18.917" v="43376" actId="20577"/>
        <pc:sldMkLst>
          <pc:docMk/>
          <pc:sldMk cId="205401682" sldId="321"/>
        </pc:sldMkLst>
        <pc:spChg chg="mod">
          <ac:chgData name="Hartman, Lucas" userId="54df504d-6b26-4972-93dd-c21e09d4490b" providerId="ADAL" clId="{DA797BB2-F189-4808-BF03-EC6D040664BC}" dt="2025-10-22T01:46:21.656" v="42183" actId="20577"/>
          <ac:spMkLst>
            <pc:docMk/>
            <pc:sldMk cId="205401682" sldId="321"/>
            <ac:spMk id="2" creationId="{75ABF530-7DD0-FF37-7343-76BF44962C54}"/>
          </ac:spMkLst>
        </pc:spChg>
        <pc:spChg chg="mod">
          <ac:chgData name="Hartman, Lucas" userId="54df504d-6b26-4972-93dd-c21e09d4490b" providerId="ADAL" clId="{DA797BB2-F189-4808-BF03-EC6D040664BC}" dt="2025-10-22T01:51:18.917" v="43376" actId="20577"/>
          <ac:spMkLst>
            <pc:docMk/>
            <pc:sldMk cId="205401682" sldId="321"/>
            <ac:spMk id="3" creationId="{5D445094-96B9-43E0-698F-153123E16473}"/>
          </ac:spMkLst>
        </pc:spChg>
        <pc:spChg chg="mod">
          <ac:chgData name="Hartman, Lucas" userId="54df504d-6b26-4972-93dd-c21e09d4490b" providerId="ADAL" clId="{DA797BB2-F189-4808-BF03-EC6D040664BC}" dt="2025-10-22T01:48:56.888" v="42837" actId="1076"/>
          <ac:spMkLst>
            <pc:docMk/>
            <pc:sldMk cId="205401682" sldId="321"/>
            <ac:spMk id="4" creationId="{904BB810-1418-7F17-0CD7-6CE2171E7B68}"/>
          </ac:spMkLst>
        </pc:spChg>
      </pc:sldChg>
      <pc:sldChg chg="modSp add mod">
        <pc:chgData name="Hartman, Lucas" userId="54df504d-6b26-4972-93dd-c21e09d4490b" providerId="ADAL" clId="{DA797BB2-F189-4808-BF03-EC6D040664BC}" dt="2025-10-22T01:53:43.403" v="43921" actId="1076"/>
        <pc:sldMkLst>
          <pc:docMk/>
          <pc:sldMk cId="1268439825" sldId="322"/>
        </pc:sldMkLst>
        <pc:spChg chg="mod">
          <ac:chgData name="Hartman, Lucas" userId="54df504d-6b26-4972-93dd-c21e09d4490b" providerId="ADAL" clId="{DA797BB2-F189-4808-BF03-EC6D040664BC}" dt="2025-10-22T01:53:43.403" v="43921" actId="1076"/>
          <ac:spMkLst>
            <pc:docMk/>
            <pc:sldMk cId="1268439825" sldId="322"/>
            <ac:spMk id="3" creationId="{34180E0C-187B-AD0F-2697-563529227AF4}"/>
          </ac:spMkLst>
        </pc:spChg>
        <pc:spChg chg="mod">
          <ac:chgData name="Hartman, Lucas" userId="54df504d-6b26-4972-93dd-c21e09d4490b" providerId="ADAL" clId="{DA797BB2-F189-4808-BF03-EC6D040664BC}" dt="2025-10-22T01:52:36.365" v="43670" actId="20577"/>
          <ac:spMkLst>
            <pc:docMk/>
            <pc:sldMk cId="1268439825" sldId="322"/>
            <ac:spMk id="4" creationId="{2A0D205D-F711-33F8-BB84-5EF7FDFB6F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28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Inheritance, Polymorphism and Enumerations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4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B78B-5159-7BF6-A4D1-0B9CFF53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and Polymorphism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A35F0-FD25-72C1-225A-4E8EEA104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9661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33E5-638F-80B7-642C-C5A1F3F16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57991-00ED-A282-DA84-17D5CE069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8027" y="1421871"/>
            <a:ext cx="5733627" cy="494030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2000" dirty="0"/>
              <a:t>Inheritance allows one class to be a base class to where sub classes extend from</a:t>
            </a:r>
          </a:p>
          <a:p>
            <a:pPr lvl="1"/>
            <a:r>
              <a:rPr lang="en-US" sz="1800" dirty="0"/>
              <a:t>They inherit all properties and behaviors</a:t>
            </a:r>
          </a:p>
          <a:p>
            <a:pPr lvl="1"/>
            <a:r>
              <a:rPr lang="en-US" sz="1800" dirty="0"/>
              <a:t>Parent vs Child class</a:t>
            </a:r>
          </a:p>
          <a:p>
            <a:pPr lvl="1"/>
            <a:r>
              <a:rPr lang="en-US" sz="1800" dirty="0"/>
              <a:t>Super vs Base class</a:t>
            </a:r>
          </a:p>
          <a:p>
            <a:r>
              <a:rPr lang="en-US" sz="2000" dirty="0"/>
              <a:t>Inheritance applies an “is-a” relationship</a:t>
            </a:r>
          </a:p>
          <a:p>
            <a:pPr lvl="1"/>
            <a:r>
              <a:rPr lang="en-US" sz="1800" dirty="0"/>
              <a:t>A Dog is an Animal</a:t>
            </a:r>
          </a:p>
          <a:p>
            <a:pPr lvl="1"/>
            <a:r>
              <a:rPr lang="en-US" sz="1800" dirty="0"/>
              <a:t>A Car is a Vehicle</a:t>
            </a:r>
          </a:p>
          <a:p>
            <a:r>
              <a:rPr lang="en-US" sz="2000" dirty="0"/>
              <a:t>To define inheritance we put the base class in parenthesis after the class definition</a:t>
            </a:r>
          </a:p>
          <a:p>
            <a:r>
              <a:rPr lang="en-US" sz="2000" dirty="0"/>
              <a:t>Remember access levels</a:t>
            </a:r>
          </a:p>
          <a:p>
            <a:pPr lvl="1"/>
            <a:r>
              <a:rPr lang="en-US" sz="2000" dirty="0"/>
              <a:t>with inheritance we apply protected – single underscore</a:t>
            </a:r>
          </a:p>
          <a:p>
            <a:r>
              <a:rPr lang="en-US" sz="2000" b="1" dirty="0"/>
              <a:t>We also then can apply our own variables on each sub class pertaining to their behavior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855F5-D84B-C5FC-C926-21535AFD4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1855" y="1532255"/>
            <a:ext cx="5181598" cy="4719532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Animal: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name):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self._name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name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speak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"&lt;silence&gt;"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Dog(Animal):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speak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"Woof!"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Cat(Animal):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speak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"Meow!"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animals = [Dog(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"Rex"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), Cat(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"Mittens"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)]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animals: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a.speak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7C39-F352-A15E-C3A4-D558A706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B598-3D8B-8B15-7FE1-03AD12B95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195" y="1554057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Inheritance allows the sub/child classes to now override methods in the super/base class</a:t>
            </a:r>
          </a:p>
          <a:p>
            <a:r>
              <a:rPr lang="en-US" dirty="0"/>
              <a:t>But sometimes we don’t need to or we need to use a method from the super class, for this we the “super()” function to access it</a:t>
            </a:r>
          </a:p>
          <a:p>
            <a:pPr lvl="1"/>
            <a:r>
              <a:rPr lang="en-US" dirty="0"/>
              <a:t>For example, here calling the constructor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CBB70-C91E-3D2F-9194-D427C8D2F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7427" y="1554056"/>
            <a:ext cx="6107851" cy="4143375"/>
          </a:xfrm>
        </p:spPr>
        <p:txBody>
          <a:bodyPr>
            <a:normAutofit fontScale="70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Vehicle: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make):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self._make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make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Car(Vehicle):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make, model):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super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().__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__(make)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self._model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model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info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"{</a:t>
            </a:r>
            <a:r>
              <a:rPr lang="en-US" sz="2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self._make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{</a:t>
            </a:r>
            <a:r>
              <a:rPr lang="en-US" sz="2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self._model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}"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car = Car(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"Toyota"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"Camry"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(car.info())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Toyota Camry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37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6C31-35BB-C7A2-B4E2-6AEDE0D7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isinstance</a:t>
            </a:r>
            <a:r>
              <a:rPr lang="en-US" dirty="0"/>
              <a:t>() and </a:t>
            </a:r>
            <a:r>
              <a:rPr lang="en-US" dirty="0" err="1"/>
              <a:t>issubclass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E699E-E8FE-6AEF-2021-CB4E3AFE4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8848" y="1532255"/>
            <a:ext cx="4843272" cy="4143375"/>
          </a:xfrm>
        </p:spPr>
        <p:txBody>
          <a:bodyPr/>
          <a:lstStyle/>
          <a:p>
            <a:r>
              <a:rPr lang="en-US" dirty="0"/>
              <a:t>Python provides two helpful functions for checking object relationships</a:t>
            </a:r>
          </a:p>
          <a:p>
            <a:pPr lvl="1"/>
            <a:r>
              <a:rPr lang="en-US" dirty="0" err="1"/>
              <a:t>isinstance</a:t>
            </a:r>
            <a:r>
              <a:rPr lang="en-US" dirty="0"/>
              <a:t>(obj, Class) returns true if obj is an instance of Class or any subclass</a:t>
            </a:r>
          </a:p>
          <a:p>
            <a:pPr lvl="1"/>
            <a:r>
              <a:rPr lang="en-US" dirty="0" err="1"/>
              <a:t>issubclass</a:t>
            </a:r>
            <a:r>
              <a:rPr lang="en-US" dirty="0"/>
              <a:t>(Sub, Base) returns true if Sub inherits from Base</a:t>
            </a:r>
          </a:p>
          <a:p>
            <a:r>
              <a:rPr lang="en-US" dirty="0"/>
              <a:t>While these functions are useful for validation and debugging, we will use polymorphism when possible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77908-E1E7-260C-8385-BFE81C41B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3466" y="2819189"/>
            <a:ext cx="6285653" cy="4143375"/>
          </a:xfrm>
        </p:spPr>
        <p:txBody>
          <a:bodyPr>
            <a:norm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isinstance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(Circle(3), Circle))     </a:t>
            </a:r>
            <a:r>
              <a:rPr lang="en-US" sz="16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True</a:t>
            </a:r>
            <a:endParaRPr lang="en-US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isinstance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(Rectangle(4,5), Circle)) </a:t>
            </a:r>
            <a:r>
              <a:rPr lang="en-US" sz="16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False</a:t>
            </a:r>
            <a:endParaRPr lang="en-US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issubclass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(Rectangle, object))     </a:t>
            </a:r>
            <a:r>
              <a:rPr lang="en-US" sz="16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True</a:t>
            </a:r>
            <a:endParaRPr lang="en-US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5994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7D98-469B-279B-DEFF-036B9D43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A76C-813F-049C-B5E2-3041EE94D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507" y="1628563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Means “many forms” which for us allows different objects to respond to the same method in their own way</a:t>
            </a:r>
          </a:p>
          <a:p>
            <a:r>
              <a:rPr lang="en-US" dirty="0"/>
              <a:t>Happens naturally since you don’t need to declare types in advanced</a:t>
            </a:r>
          </a:p>
          <a:p>
            <a:r>
              <a:rPr lang="en-US" dirty="0"/>
              <a:t>If an object defines the method you’re calling, it can participate in polymorphic behavior</a:t>
            </a:r>
          </a:p>
          <a:p>
            <a:r>
              <a:rPr lang="en-US" dirty="0"/>
              <a:t>You can also force methods by implementing </a:t>
            </a:r>
            <a:r>
              <a:rPr lang="en-US" dirty="0" err="1"/>
              <a:t>NotImplementedError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2F0FF-D8B0-CEED-F5E6-2629D2E67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7733" y="730567"/>
            <a:ext cx="7294881" cy="522319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Shape: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area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BA44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raise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NotImplementedError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"Subclasses must implement area"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Circle(Shape):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radius):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self._radius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radius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area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3.14159 *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self._radius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** 2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1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"Circle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with radius {</a:t>
            </a:r>
            <a:r>
              <a:rPr lang="en-US" sz="11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self._radius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}, Area: {</a:t>
            </a:r>
            <a:r>
              <a:rPr lang="en-US" sz="11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self.area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():.2f}"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Rectangle(Shape):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width, height):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self._width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width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self._height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height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area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self._width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*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self._height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1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"Rectangle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11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self._width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}x{</a:t>
            </a:r>
            <a:r>
              <a:rPr lang="en-US" sz="11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self._height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}, Area: {</a:t>
            </a:r>
            <a:r>
              <a:rPr lang="en-US" sz="11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self.area</a:t>
            </a:r>
            <a:r>
              <a:rPr lang="en-US" sz="11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():.2f}"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shapes = [Circle(3), Rectangle(4, 5), Circle(6)]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 </a:t>
            </a:r>
            <a:r>
              <a:rPr lang="en-US" sz="11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shapes: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(s)</a:t>
            </a:r>
            <a:endParaRPr lang="en-US" sz="1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41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4E65-D367-CA2A-B906-ED8C98DA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3368-9A34-0214-C7A9-12C826C98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128" y="1505161"/>
            <a:ext cx="4843272" cy="5186891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2000" dirty="0"/>
              <a:t>Python supports multiple inheritance</a:t>
            </a:r>
          </a:p>
          <a:p>
            <a:pPr lvl="1"/>
            <a:r>
              <a:rPr lang="en-US" sz="2000" dirty="0"/>
              <a:t>Where you can inherit more than one base class</a:t>
            </a:r>
          </a:p>
          <a:p>
            <a:r>
              <a:rPr lang="en-US" sz="2000" dirty="0"/>
              <a:t>Be careful when implementing this as usually with multiple inheritance you only want to have “</a:t>
            </a:r>
            <a:r>
              <a:rPr lang="en-US" sz="2000" dirty="0" err="1"/>
              <a:t>mixins</a:t>
            </a:r>
            <a:r>
              <a:rPr lang="en-US" sz="2000" dirty="0"/>
              <a:t>” or small classes with no state and work purely as an attribute</a:t>
            </a:r>
          </a:p>
          <a:p>
            <a:r>
              <a:rPr lang="en-US" sz="2000" dirty="0"/>
              <a:t>It can cause the diamond problem</a:t>
            </a:r>
          </a:p>
          <a:p>
            <a:pPr lvl="1"/>
            <a:r>
              <a:rPr lang="en-US" sz="2000" dirty="0"/>
              <a:t>When B and C override A, then D overrides it again, which method is overridden? B’s or C’s?</a:t>
            </a:r>
          </a:p>
          <a:p>
            <a:pPr marL="457200" lvl="1" indent="0">
              <a:buNone/>
            </a:pPr>
            <a:r>
              <a:rPr lang="en-US" sz="2000" dirty="0"/>
              <a:t>      </a:t>
            </a:r>
            <a:r>
              <a:rPr lang="en-US" sz="2000" b="1" dirty="0"/>
              <a:t>A</a:t>
            </a:r>
          </a:p>
          <a:p>
            <a:pPr marL="457200" lvl="1" indent="0">
              <a:buNone/>
            </a:pPr>
            <a:r>
              <a:rPr lang="en-US" sz="2000" b="1" dirty="0"/>
              <a:t>    /   \</a:t>
            </a:r>
          </a:p>
          <a:p>
            <a:pPr marL="457200" lvl="1" indent="0">
              <a:buNone/>
            </a:pPr>
            <a:r>
              <a:rPr lang="en-US" sz="2000" b="1" dirty="0"/>
              <a:t>   B     C</a:t>
            </a:r>
          </a:p>
          <a:p>
            <a:pPr marL="457200" lvl="1" indent="0">
              <a:buNone/>
            </a:pPr>
            <a:r>
              <a:rPr lang="en-US" sz="2000" b="1" dirty="0"/>
              <a:t>    \   /</a:t>
            </a:r>
          </a:p>
          <a:p>
            <a:pPr marL="457200" lvl="1" indent="0">
              <a:buNone/>
            </a:pPr>
            <a:r>
              <a:rPr lang="en-US" sz="2000" b="1" dirty="0"/>
              <a:t>      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68A25-2E0E-0CA7-4A21-ADC810DA6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20362" y="1505162"/>
            <a:ext cx="6771638" cy="4516332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JSONSerializable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to_json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json.dumps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(self.__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Printable: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f"&lt;{</a:t>
            </a:r>
            <a:r>
              <a:rPr lang="en-US" sz="1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self.__class__.__name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__}: self.__</a:t>
            </a:r>
            <a:r>
              <a:rPr lang="en-US" sz="1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__}&gt;"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User(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JSONSerializable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Printable):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name):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self._name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name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 = User(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"Alice"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(u)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u.to_json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225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FFEF-25B3-D985-6086-A171A81E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Advantages/Disadvantages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41EB93-BCC5-3911-744B-1CE4D6B35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DC787F-1E38-E0B1-107D-D2AB3A517B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Code reuse – share common logic</a:t>
            </a:r>
          </a:p>
          <a:p>
            <a:r>
              <a:rPr lang="en-US" dirty="0"/>
              <a:t>Specialization – subclasses refine or extend behavior without duplicate code</a:t>
            </a:r>
          </a:p>
          <a:p>
            <a:r>
              <a:rPr lang="en-US" dirty="0"/>
              <a:t>Polymorphism – same methods to call on different objects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1DFCEF-34B0-7F11-CF55-47AF9EF4A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DE83C3-FDE2-5693-2838-514144AA58C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Tight coupling – subclasses depend on base classes</a:t>
            </a:r>
          </a:p>
          <a:p>
            <a:r>
              <a:rPr lang="en-US" dirty="0"/>
              <a:t>Fragile hierarchies – deep or complicated inheritance trees can be hard to maintain/understand</a:t>
            </a:r>
          </a:p>
          <a:p>
            <a:r>
              <a:rPr lang="en-US" dirty="0"/>
              <a:t>Wrong relationship – sometimes you choose inheritance when you actually need composition (“has a”)</a:t>
            </a:r>
          </a:p>
        </p:txBody>
      </p:sp>
    </p:spTree>
    <p:extLst>
      <p:ext uri="{BB962C8B-B14F-4D97-AF65-F5344CB8AC3E}">
        <p14:creationId xmlns:p14="http://schemas.microsoft.com/office/powerpoint/2010/main" val="103039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38C6-6707-CC1C-DCA1-514BBEBD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B5FF2-5B17-C3BF-5B45-88983EB9E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Use inheritance for clear is-a relationships and shared behavior.</a:t>
            </a:r>
          </a:p>
          <a:p>
            <a:pPr lvl="0"/>
            <a:r>
              <a:rPr lang="en-US" dirty="0"/>
              <a:t>Use composition (embed objects) for has-a relationships or when behavior is better delegated than inherited.</a:t>
            </a:r>
          </a:p>
          <a:p>
            <a:pPr lvl="0"/>
            <a:r>
              <a:rPr lang="en-US" dirty="0"/>
              <a:t>For cross-cutting features (e.g., logging, serialization), consider </a:t>
            </a:r>
            <a:r>
              <a:rPr lang="en-US" dirty="0" err="1"/>
              <a:t>mixins</a:t>
            </a:r>
            <a:r>
              <a:rPr lang="en-US" dirty="0"/>
              <a:t> or helper objects.</a:t>
            </a:r>
          </a:p>
          <a:p>
            <a:pPr lvl="1"/>
            <a:r>
              <a:rPr lang="en-US" sz="2400" dirty="0" err="1"/>
              <a:t>Mixins</a:t>
            </a:r>
            <a:r>
              <a:rPr lang="en-US" sz="2400" dirty="0"/>
              <a:t> are often small classes that end with the word “</a:t>
            </a:r>
            <a:r>
              <a:rPr lang="en-US" sz="2400" dirty="0" err="1"/>
              <a:t>Mixin</a:t>
            </a:r>
            <a:r>
              <a:rPr lang="en-US" sz="2400" dirty="0"/>
              <a:t>” that are not standalone classes. Ideally they have no state and should work purely by using attributes that already exist in the class they are mixed into.</a:t>
            </a:r>
          </a:p>
          <a:p>
            <a:pPr lvl="1"/>
            <a:r>
              <a:rPr lang="en-US" sz="2400" dirty="0"/>
              <a:t>Designed to be safely stacked together in a class </a:t>
            </a:r>
          </a:p>
          <a:p>
            <a:pPr lvl="1"/>
            <a:r>
              <a:rPr lang="en-US" sz="2400" dirty="0"/>
              <a:t>Think of these as a utility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44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DD83-0EF5-F4A5-2072-CE3B50DF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More bank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7DDD-6E06-BC81-8377-43ED83E53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have our normal bank account but accounts while similar act different</a:t>
            </a:r>
          </a:p>
          <a:p>
            <a:r>
              <a:rPr lang="en-US" dirty="0"/>
              <a:t>One example would be Checking Accounts vs Saving Accounts</a:t>
            </a:r>
          </a:p>
          <a:p>
            <a:pPr lvl="1"/>
            <a:r>
              <a:rPr lang="en-US" dirty="0"/>
              <a:t>Checking is all about spending, all the time</a:t>
            </a:r>
          </a:p>
          <a:p>
            <a:pPr lvl="2"/>
            <a:r>
              <a:rPr lang="en-US" dirty="0"/>
              <a:t>They maybe have a withdraw limit and debit/spending limit each day</a:t>
            </a:r>
          </a:p>
          <a:p>
            <a:pPr lvl="2"/>
            <a:r>
              <a:rPr lang="en-US" dirty="0"/>
              <a:t>They may also have a requirement of direct deposits to not have a monthly fee</a:t>
            </a:r>
          </a:p>
          <a:p>
            <a:pPr lvl="1"/>
            <a:r>
              <a:rPr lang="en-US" dirty="0"/>
              <a:t>Savings is all about that, saving money</a:t>
            </a:r>
          </a:p>
          <a:p>
            <a:pPr lvl="2"/>
            <a:r>
              <a:rPr lang="en-US" dirty="0"/>
              <a:t>The idea of banks is you put your money in and the bank uses your money to “loan” out to others.</a:t>
            </a:r>
          </a:p>
          <a:p>
            <a:pPr lvl="2"/>
            <a:r>
              <a:rPr lang="en-US" dirty="0"/>
              <a:t>That person then pays an interest rate with the money to pay back – how banks make money</a:t>
            </a:r>
          </a:p>
          <a:p>
            <a:pPr lvl="2"/>
            <a:r>
              <a:rPr lang="en-US" dirty="0"/>
              <a:t>They also then give YOU back some of that money that they make in a “thanks” for letting them use your money, even though it isn’t that much</a:t>
            </a:r>
          </a:p>
          <a:p>
            <a:pPr lvl="2"/>
            <a:r>
              <a:rPr lang="en-US" dirty="0"/>
              <a:t>So there is an earned interest rate and some savings that have higher rates will require a minimum monthly balance.</a:t>
            </a:r>
          </a:p>
          <a:p>
            <a:r>
              <a:rPr lang="en-US" dirty="0"/>
              <a:t>Hopefully through all that, you can see they are similar with owner ship, account #s, but different in some minor details</a:t>
            </a:r>
          </a:p>
          <a:p>
            <a:r>
              <a:rPr lang="en-US" dirty="0"/>
              <a:t>Let’s implement a class for each type and use our account from last week.</a:t>
            </a:r>
          </a:p>
        </p:txBody>
      </p:sp>
    </p:spTree>
    <p:extLst>
      <p:ext uri="{BB962C8B-B14F-4D97-AF65-F5344CB8AC3E}">
        <p14:creationId xmlns:p14="http://schemas.microsoft.com/office/powerpoint/2010/main" val="1379597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229B-8FB2-9E2A-085B-CF4B00AF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1F895-8B87-62F0-55AD-728C8D69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56748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80E4-A440-DA2F-72A4-F462DF8C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enumerations?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3B41-AF84-05FF-9500-64508E599C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Enumerations(enums) provide a type safe way to group constant values together</a:t>
            </a:r>
          </a:p>
          <a:p>
            <a:r>
              <a:rPr lang="en-US" dirty="0"/>
              <a:t>Think of it as a custom data type – like an object</a:t>
            </a:r>
          </a:p>
          <a:p>
            <a:r>
              <a:rPr lang="en-US" dirty="0"/>
              <a:t>It helps us not rely on say integer numbers or even strings for that matter</a:t>
            </a:r>
          </a:p>
          <a:p>
            <a:r>
              <a:rPr lang="en-US" dirty="0"/>
              <a:t>To create enumerations we use inheritance with Python’s module of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4B19F-00AD-E9AE-93ED-B168038F2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5701451" cy="4143375"/>
          </a:xfrm>
        </p:spPr>
        <p:txBody>
          <a:bodyPr/>
          <a:lstStyle/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 = 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“manager”</a:t>
            </a:r>
            <a:endParaRPr lang="en-US" sz="15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role == 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“Manager”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 </a:t>
            </a:r>
            <a:r>
              <a:rPr lang="en-US" sz="15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Typo, won’t work</a:t>
            </a:r>
            <a:endParaRPr lang="en-US" sz="15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"Access granted."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1" dirty="0">
              <a:solidFill>
                <a:srgbClr val="00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1" dirty="0">
              <a:solidFill>
                <a:srgbClr val="00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 = 1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MANAGER = 2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1" dirty="0">
              <a:solidFill>
                <a:srgbClr val="00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 = 5  </a:t>
            </a:r>
            <a:r>
              <a:rPr lang="en-US" sz="1500" b="1" dirty="0">
                <a:solidFill>
                  <a:srgbClr val="DA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Can’t constrain to 1 or 2 easily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BA44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role == MANAGER: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7B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"Access granted."</a:t>
            </a: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007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CBCE-D779-3C4C-6773-B258AC98E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Enumerations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55ADC-EA1F-CA17-446B-FF28F8B655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For enums we set up the set types</a:t>
            </a:r>
          </a:p>
          <a:p>
            <a:r>
              <a:rPr lang="en-US" dirty="0"/>
              <a:t>We then can assign it a value</a:t>
            </a:r>
          </a:p>
          <a:p>
            <a:pPr lvl="1"/>
            <a:r>
              <a:rPr lang="en-US" dirty="0"/>
              <a:t>The value could be int</a:t>
            </a:r>
          </a:p>
          <a:p>
            <a:pPr lvl="1"/>
            <a:r>
              <a:rPr lang="en-US" dirty="0"/>
              <a:t>The value could be string</a:t>
            </a:r>
          </a:p>
          <a:p>
            <a:r>
              <a:rPr lang="en-US" dirty="0"/>
              <a:t>Using enums makes code easier to read and helps prevent logic errors that occur when using raw strings or integers.</a:t>
            </a:r>
          </a:p>
          <a:p>
            <a:r>
              <a:rPr lang="en-US" dirty="0"/>
              <a:t>You have .name and .value as properties to access enums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76E0E-0DD6-E5CB-96A5-2253BA5BF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6896" y="438148"/>
            <a:ext cx="5181598" cy="575267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enum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Enum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Role(Enum):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MANAGER = 1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SALES = 2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SUPPORT = 3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Role.MANAGER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role ==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Role.MANAGER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"Access granted."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DA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Or with strings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enum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Enum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Department(Enum):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ENGINEERING =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"Engineering"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SALES =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"Sales"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SUPPORT =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"Customer Support"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dept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Department: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(dept.name, 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"=&gt;"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dept.value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(Department.ENGINEERING.name)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Department.ENGINEERING.value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11231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B4EB-0AC1-80B5-AF55-A58BE813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34A94-B416-BA5C-9A16-27E649DD8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314450"/>
            <a:ext cx="4843272" cy="510667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2000" dirty="0"/>
              <a:t>Python’s </a:t>
            </a:r>
            <a:r>
              <a:rPr lang="en-US" sz="2000" dirty="0" err="1"/>
              <a:t>enum</a:t>
            </a:r>
            <a:r>
              <a:rPr lang="en-US" sz="2000" dirty="0"/>
              <a:t> module provides different base classes that extend Enum to support specific data behaviors</a:t>
            </a:r>
          </a:p>
          <a:p>
            <a:r>
              <a:rPr lang="en-US" sz="2000" dirty="0"/>
              <a:t>Choosing the right base class determines whether members act like plain objects, integers or strings</a:t>
            </a:r>
          </a:p>
          <a:p>
            <a:pPr lvl="1"/>
            <a:r>
              <a:rPr lang="en-US" sz="1800" dirty="0"/>
              <a:t>using Enum will be basic and have strict identity comparison</a:t>
            </a:r>
          </a:p>
          <a:p>
            <a:pPr lvl="1"/>
            <a:r>
              <a:rPr lang="en-US" sz="1800" dirty="0"/>
              <a:t>using </a:t>
            </a:r>
            <a:r>
              <a:rPr lang="en-US" sz="1800" dirty="0" err="1"/>
              <a:t>IntEnum</a:t>
            </a:r>
            <a:r>
              <a:rPr lang="en-US" sz="1800" dirty="0"/>
              <a:t> makes it act like an integer to be able to perform math/comparison of numbers</a:t>
            </a:r>
          </a:p>
          <a:p>
            <a:pPr lvl="1"/>
            <a:r>
              <a:rPr lang="en-US" sz="1800" dirty="0"/>
              <a:t>using </a:t>
            </a:r>
            <a:r>
              <a:rPr lang="en-US" sz="1800" dirty="0" err="1"/>
              <a:t>StrEnum</a:t>
            </a:r>
            <a:r>
              <a:rPr lang="en-US" sz="1800" dirty="0"/>
              <a:t> makes it act like a string, as to be able to work with it as a string</a:t>
            </a:r>
          </a:p>
          <a:p>
            <a:r>
              <a:rPr lang="en-US" sz="2000" dirty="0"/>
              <a:t>Remember we have the use of the __str__ method as well </a:t>
            </a:r>
          </a:p>
          <a:p>
            <a:pPr lvl="1"/>
            <a:r>
              <a:rPr lang="en-US" sz="1800" dirty="0"/>
              <a:t>so if using Enum or </a:t>
            </a:r>
            <a:r>
              <a:rPr lang="en-US" sz="1800" dirty="0" err="1"/>
              <a:t>IntEnum</a:t>
            </a:r>
            <a:r>
              <a:rPr lang="en-US" sz="1800" dirty="0"/>
              <a:t> as a number, define the __str__ to help for printing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8C772-8A14-7417-07E6-0F3B4BC4F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2789" y="202248"/>
            <a:ext cx="5450838" cy="635158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enum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Enum,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IntEnum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StrEnum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Basic Enum (strict identity comparison)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Status(Enum):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PENDING = 1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APPROVED = 2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REJECTED = 3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Status.PENDING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1)  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False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</a:t>
            </a:r>
            <a:r>
              <a:rPr lang="en-US" sz="1300" b="1" dirty="0" err="1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IntEnum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(acts like an integer)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AccessLevel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IntEnum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GUEST = 0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USER = 1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ADMIN = 2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AccessLevel.ADMIN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2)  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True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AccessLevel.ADMIN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&gt;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AccessLevel.USER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True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</a:t>
            </a:r>
            <a:r>
              <a:rPr lang="en-US" sz="1300" b="1" dirty="0" err="1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StrEnum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(acts like a string, Python 3.11+)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State(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StrEnum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OPEN = 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"Open"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CLOSED = 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"Closed"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State.OPEN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"Open"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True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State.CLOSED.lower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  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Works like a string</a:t>
            </a:r>
            <a:endParaRPr lang="en-US" sz="13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82326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93B5-09A2-4608-45A1-72FF669E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Enums in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6F0DD-0D88-842C-542C-470F98211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4368" y="1525481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Now that we can create Enums, we should put them to use</a:t>
            </a:r>
          </a:p>
          <a:p>
            <a:r>
              <a:rPr lang="en-US" dirty="0"/>
              <a:t>We can integrate them into our custom classes to help represent categories, roles or states safely and consistently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BE365-DF59-FA9C-E636-F5442C4EA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9826" y="1314873"/>
            <a:ext cx="6294120" cy="472630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enum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Enum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Role(Enum):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MANAGER = 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"Manager"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DEVELOPER = 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"Developer"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INTERN = 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"Intern"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Employee: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name: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role: Role):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self._name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name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self._role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role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2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"Employee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{</a:t>
            </a:r>
            <a:r>
              <a:rPr lang="en-US" sz="12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self._name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}, Role: {self._</a:t>
            </a:r>
            <a:r>
              <a:rPr lang="en-US" sz="12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role.value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}"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emp1 = Employee(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"Alice"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Role.MANAGER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emp2 = Employee(</a:t>
            </a:r>
            <a:r>
              <a:rPr lang="en-US" sz="12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"Bob"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Role.DEVELOPER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(emp1)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(emp2)</a:t>
            </a:r>
            <a:endParaRPr lang="en-US" sz="12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83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F530-7DD0-FF37-7343-76BF4496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Enums for choices on UI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5094-96B9-43E0-698F-153123E16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5301" y="1193588"/>
            <a:ext cx="4843272" cy="5299287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800" dirty="0"/>
              <a:t>While enums are often used inside objects to represent roles or categories, they are incredibly useful for display options to a user</a:t>
            </a:r>
          </a:p>
          <a:p>
            <a:r>
              <a:rPr lang="en-US" sz="1800" dirty="0"/>
              <a:t>Enums behave like a small iterable collection we can easily loop through and apply them on the UI side</a:t>
            </a:r>
          </a:p>
          <a:p>
            <a:pPr lvl="1"/>
            <a:r>
              <a:rPr lang="en-US" sz="1800" dirty="0"/>
              <a:t>Like when you have a drop down menu on a website/desktop GUI app</a:t>
            </a:r>
          </a:p>
          <a:p>
            <a:pPr lvl="1"/>
            <a:r>
              <a:rPr lang="en-US" sz="1800" dirty="0"/>
              <a:t>Or when you need to provide options in a console based side</a:t>
            </a:r>
          </a:p>
          <a:p>
            <a:r>
              <a:rPr lang="en-US" sz="1800" dirty="0"/>
              <a:t>You always need to remember the user isn’t you, they don’t know the system so leaving it up to them to input in a matching </a:t>
            </a:r>
            <a:r>
              <a:rPr lang="en-US" sz="1800" dirty="0" err="1"/>
              <a:t>enum</a:t>
            </a:r>
            <a:r>
              <a:rPr lang="en-US" sz="1800" dirty="0"/>
              <a:t> value shouldn’t be done</a:t>
            </a:r>
          </a:p>
          <a:p>
            <a:r>
              <a:rPr lang="en-US" sz="1800" dirty="0"/>
              <a:t>Here the enumerate function let’s to go through the enumeration and create an “index” variable to print as a numbered list. We then use the list() function to turn Department </a:t>
            </a:r>
            <a:r>
              <a:rPr lang="en-US" sz="1800" dirty="0" err="1"/>
              <a:t>enum</a:t>
            </a:r>
            <a:r>
              <a:rPr lang="en-US" sz="1800" dirty="0"/>
              <a:t> into a list to select via index. Remember lists index start at 0.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BB810-1418-7F17-0CD7-6CE2171E7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2229" y="1650999"/>
            <a:ext cx="6019798" cy="4143375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enum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Enum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Department(Enum):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ENGINEERING = 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"Engineering"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SALES = 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"Sales"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SUPPORT = 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"Customer Support"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"Select a department:"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index, dept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enumerate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(Department, start=1):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"{index}. {</a:t>
            </a:r>
            <a:r>
              <a:rPr lang="en-US" sz="2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dept.value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choice =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"Enter your choice (1–3): 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selected =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(Department)[choice - 1]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2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"You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selected: {</a:t>
            </a:r>
            <a:r>
              <a:rPr lang="en-US" sz="2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selected.value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01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5689-19B6-B6FE-B0E4-3ED79A74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DC27-3A4F-5462-744E-BB073A10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Enums for choices on UI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80E0C-187B-AD0F-2697-563529227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35" y="1339213"/>
            <a:ext cx="4843272" cy="476694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dirty="0"/>
              <a:t>I also had another idea for a solution to this thinking not in terms of Python</a:t>
            </a:r>
          </a:p>
          <a:p>
            <a:r>
              <a:rPr lang="en-US" dirty="0"/>
              <a:t>Since other languages you may do similar</a:t>
            </a:r>
          </a:p>
          <a:p>
            <a:r>
              <a:rPr lang="en-US" dirty="0"/>
              <a:t>You could also have a counter variable to print out and just increase it each loop iteration</a:t>
            </a:r>
          </a:p>
          <a:p>
            <a:r>
              <a:rPr lang="en-US" dirty="0"/>
              <a:t>Which way to use? technically enumerate is best in Python BUT thinking in general programming logic, this one works too.</a:t>
            </a:r>
          </a:p>
          <a:p>
            <a:pPr lvl="1"/>
            <a:r>
              <a:rPr lang="en-US" sz="2000" dirty="0"/>
              <a:t>I don’t care which one you use!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D205D-F711-33F8-BB84-5EF7FDFB6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2229" y="1650999"/>
            <a:ext cx="6019798" cy="4143375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enum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Enum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Department(Enum):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ENGINEERING = 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"Engineering"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SALES = 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"Sales"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SUPPORT = 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"Customer Support"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"Select a department:"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counter = 1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Department: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"{</a:t>
            </a:r>
            <a:r>
              <a:rPr lang="en-US" b="1" dirty="0">
                <a:solidFill>
                  <a:srgbClr val="007B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counter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}. {d}"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counter += 1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choice =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"Enter your choice (1–3): 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selected =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(Department)[choice - 1]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2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"You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selected: {</a:t>
            </a:r>
            <a:r>
              <a:rPr lang="en-US" sz="2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selected.value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439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7A92-18C6-CD44-88BF-78B263FF4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Bank Account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F034-344D-7DC0-FAA1-338951C8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 what type of bank account is important</a:t>
            </a:r>
          </a:p>
          <a:p>
            <a:r>
              <a:rPr lang="en-US" dirty="0"/>
              <a:t>Let’s add in a type for us here</a:t>
            </a:r>
          </a:p>
          <a:p>
            <a:r>
              <a:rPr lang="en-US" dirty="0"/>
              <a:t>This will greatly benefit us in future iterations of this program.</a:t>
            </a:r>
          </a:p>
        </p:txBody>
      </p:sp>
    </p:spTree>
    <p:extLst>
      <p:ext uri="{BB962C8B-B14F-4D97-AF65-F5344CB8AC3E}">
        <p14:creationId xmlns:p14="http://schemas.microsoft.com/office/powerpoint/2010/main" val="236548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Props1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2389</Words>
  <Application>Microsoft Office PowerPoint</Application>
  <PresentationFormat>Widescreen</PresentationFormat>
  <Paragraphs>304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Adobe Garamond Pro</vt:lpstr>
      <vt:lpstr>Arial</vt:lpstr>
      <vt:lpstr>Calibri</vt:lpstr>
      <vt:lpstr>Courier New</vt:lpstr>
      <vt:lpstr>Intro Bold</vt:lpstr>
      <vt:lpstr>Intro Light</vt:lpstr>
      <vt:lpstr>Wingdings</vt:lpstr>
      <vt:lpstr>Office Theme</vt:lpstr>
      <vt:lpstr>Inheritance, Polymorphism and Enumerations</vt:lpstr>
      <vt:lpstr>Inheritance and Polymorphism</vt:lpstr>
      <vt:lpstr>Inheritance Concepts</vt:lpstr>
      <vt:lpstr>super()</vt:lpstr>
      <vt:lpstr>isinstance() and issubclass</vt:lpstr>
      <vt:lpstr>Polymorphism</vt:lpstr>
      <vt:lpstr>Multiple Inheritance</vt:lpstr>
      <vt:lpstr>Inheritance Advantages/Disadvantages</vt:lpstr>
      <vt:lpstr>Inheritance Guidelines</vt:lpstr>
      <vt:lpstr>Coding Example – More bank accounts</vt:lpstr>
      <vt:lpstr>Enumerations</vt:lpstr>
      <vt:lpstr>What are enumerations?</vt:lpstr>
      <vt:lpstr>Creating Enumerations</vt:lpstr>
      <vt:lpstr>Enum Types</vt:lpstr>
      <vt:lpstr>Using Enums in Classes</vt:lpstr>
      <vt:lpstr>Enums for choices on UI side</vt:lpstr>
      <vt:lpstr>Enums for choices on UI side</vt:lpstr>
      <vt:lpstr>Coding Example – Bank Account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26</cp:revision>
  <dcterms:created xsi:type="dcterms:W3CDTF">2022-06-09T19:09:31Z</dcterms:created>
  <dcterms:modified xsi:type="dcterms:W3CDTF">2026-04-16T19:43:01Z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